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6" r:id="rId18"/>
    <p:sldId id="277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1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7837" y="3453820"/>
            <a:ext cx="1076325" cy="28761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15599" cy="4615185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15599" cy="4615185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</a:t>
            </a:r>
            <a:br>
              <a:rPr lang="en-US" sz="1800" dirty="0"/>
            </a:br>
            <a:r>
              <a:rPr sz="1800" dirty="0"/>
              <a:t>— 같은 개인키로 메시지 하나만 서명해야 함 → 일회성 서명 스킴(</a:t>
            </a:r>
            <a:r>
              <a:rPr lang="en-US" sz="1800" dirty="0"/>
              <a:t>one-time</a:t>
            </a:r>
            <a:r>
              <a:rPr lang="ko-KR" altLang="en-US" sz="1800" dirty="0"/>
              <a:t> </a:t>
            </a:r>
            <a:r>
              <a:rPr lang="en-US" altLang="ko-KR" sz="1800" dirty="0"/>
              <a:t>signature</a:t>
            </a:r>
            <a:r>
              <a:rPr lang="ko-KR" altLang="en-US" sz="1800" dirty="0"/>
              <a:t> </a:t>
            </a:r>
            <a:r>
              <a:rPr lang="en-US" altLang="ko-KR" sz="1800" dirty="0"/>
              <a:t>scheme</a:t>
            </a:r>
            <a:r>
              <a:rPr lang="en-US" sz="1800" dirty="0"/>
              <a:t>, </a:t>
            </a:r>
            <a:r>
              <a:rPr sz="1800" dirty="0"/>
              <a:t>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82853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3377</TotalTime>
  <Words>1343</Words>
  <Application>Microsoft Office PowerPoint</Application>
  <PresentationFormat>와이드스크린</PresentationFormat>
  <Paragraphs>170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Lamport 스킴: 키 생성 (임의 길이 메시지)</vt:lpstr>
      <vt:lpstr>Lamport 스킴: 서명 생성과 검증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727</cp:revision>
  <dcterms:created xsi:type="dcterms:W3CDTF">2026-03-17T05:07:50Z</dcterms:created>
  <dcterms:modified xsi:type="dcterms:W3CDTF">2026-09-08T13:57:19Z</dcterms:modified>
</cp:coreProperties>
</file>