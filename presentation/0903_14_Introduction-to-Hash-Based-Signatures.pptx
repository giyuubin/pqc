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9" r:id="rId4"/>
    <p:sldId id="260" r:id="rId5"/>
    <p:sldId id="262" r:id="rId6"/>
    <p:sldId id="264" r:id="rId7"/>
    <p:sldId id="265" r:id="rId8"/>
    <p:sldId id="267" r:id="rId9"/>
    <p:sldId id="268" r:id="rId10"/>
    <p:sldId id="270" r:id="rId11"/>
    <p:sldId id="271" r:id="rId12"/>
    <p:sldId id="274" r:id="rId1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규빈 박" initials="규박" lastIdx="12" clrIdx="0">
    <p:extLst>
      <p:ext uri="{19B8F6BF-5375-455C-9EA6-DF929625EA0E}">
        <p15:presenceInfo xmlns:p15="http://schemas.microsoft.com/office/powerpoint/2012/main" userId="b405f47f44f6c53f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테마 스타일 1 - 강조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C083E6E3-FA7D-4D7B-A595-EF9225AFEA82}" styleName="밝은 스타일 1 - 강조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F2DE63D5-997A-4646-A377-4702673A728D}" styleName="밝은 스타일 2 - 강조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E9639D4-E3E2-4D34-9284-5A2195B3D0D7}" styleName="밝은 스타일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75" d="100"/>
          <a:sy n="75" d="100"/>
        </p:scale>
        <p:origin x="974" y="17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4" d="100"/>
          <a:sy n="64" d="100"/>
        </p:scale>
        <p:origin x="3192" y="8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2B40C2-3351-40A2-B46D-4B4F877A79B2}" type="datetimeFigureOut">
              <a:rPr lang="ko-KR" altLang="en-US" smtClean="0"/>
              <a:t>2026-08-31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3BC5EA-D886-4875-B891-B25A6CC49088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755287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배경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rgbClr val="14304F"/>
              </a:gs>
              <a:gs pos="60000">
                <a:srgbClr val="0F2540"/>
              </a:gs>
              <a:gs pos="100000">
                <a:srgbClr val="0A1B2E"/>
              </a:gs>
            </a:gsLst>
            <a:lin ang="2700000" scaled="0"/>
          </a:gradFill>
          <a:ln>
            <a:noFill/>
          </a:ln>
        </p:spPr>
        <p:txBody>
          <a:bodyPr/>
          <a:lstStyle/>
          <a:p>
            <a:endParaRPr lang="ko-KR" dirty="0"/>
          </a:p>
        </p:txBody>
      </p:sp>
      <p:grpSp>
        <p:nvGrpSpPr>
          <p:cNvPr id="200" name="격자 패턴"/>
          <p:cNvGrpSpPr/>
          <p:nvPr userDrawn="1"/>
        </p:nvGrpSpPr>
        <p:grpSpPr>
          <a:xfrm>
            <a:off x="9900000" y="4700000"/>
            <a:ext cx="2108200" cy="2108200"/>
            <a:chOff x="9900000" y="4700000"/>
            <a:chExt cx="2108200" cy="2108200"/>
          </a:xfrm>
        </p:grpSpPr>
        <p:sp>
          <p:nvSpPr>
            <p:cNvPr id="201" name="점 201"/>
            <p:cNvSpPr/>
            <p:nvPr userDrawn="1"/>
          </p:nvSpPr>
          <p:spPr>
            <a:xfrm>
              <a:off x="9900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2" name="점 202"/>
            <p:cNvSpPr/>
            <p:nvPr userDrawn="1"/>
          </p:nvSpPr>
          <p:spPr>
            <a:xfrm>
              <a:off x="10154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3" name="점 203"/>
            <p:cNvSpPr/>
            <p:nvPr userDrawn="1"/>
          </p:nvSpPr>
          <p:spPr>
            <a:xfrm>
              <a:off x="10408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4" name="점 204"/>
            <p:cNvSpPr/>
            <p:nvPr userDrawn="1"/>
          </p:nvSpPr>
          <p:spPr>
            <a:xfrm>
              <a:off x="10662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5" name="점 205"/>
            <p:cNvSpPr/>
            <p:nvPr userDrawn="1"/>
          </p:nvSpPr>
          <p:spPr>
            <a:xfrm>
              <a:off x="10916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6" name="점 206"/>
            <p:cNvSpPr/>
            <p:nvPr userDrawn="1"/>
          </p:nvSpPr>
          <p:spPr>
            <a:xfrm>
              <a:off x="11170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7" name="점 207"/>
            <p:cNvSpPr/>
            <p:nvPr userDrawn="1"/>
          </p:nvSpPr>
          <p:spPr>
            <a:xfrm>
              <a:off x="11424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8" name="점 208"/>
            <p:cNvSpPr/>
            <p:nvPr userDrawn="1"/>
          </p:nvSpPr>
          <p:spPr>
            <a:xfrm>
              <a:off x="11678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9" name="점 209"/>
            <p:cNvSpPr/>
            <p:nvPr userDrawn="1"/>
          </p:nvSpPr>
          <p:spPr>
            <a:xfrm>
              <a:off x="11932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0" name="점 210"/>
            <p:cNvSpPr/>
            <p:nvPr userDrawn="1"/>
          </p:nvSpPr>
          <p:spPr>
            <a:xfrm>
              <a:off x="9900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1" name="점 211"/>
            <p:cNvSpPr/>
            <p:nvPr userDrawn="1"/>
          </p:nvSpPr>
          <p:spPr>
            <a:xfrm>
              <a:off x="10154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2" name="점 212"/>
            <p:cNvSpPr/>
            <p:nvPr userDrawn="1"/>
          </p:nvSpPr>
          <p:spPr>
            <a:xfrm>
              <a:off x="10408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3" name="점 213"/>
            <p:cNvSpPr/>
            <p:nvPr userDrawn="1"/>
          </p:nvSpPr>
          <p:spPr>
            <a:xfrm>
              <a:off x="10662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4" name="점 214"/>
            <p:cNvSpPr/>
            <p:nvPr userDrawn="1"/>
          </p:nvSpPr>
          <p:spPr>
            <a:xfrm>
              <a:off x="10916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5" name="점 215"/>
            <p:cNvSpPr/>
            <p:nvPr userDrawn="1"/>
          </p:nvSpPr>
          <p:spPr>
            <a:xfrm>
              <a:off x="11170000" y="4954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6" name="점 216"/>
            <p:cNvSpPr/>
            <p:nvPr userDrawn="1"/>
          </p:nvSpPr>
          <p:spPr>
            <a:xfrm>
              <a:off x="11424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7" name="점 217"/>
            <p:cNvSpPr/>
            <p:nvPr userDrawn="1"/>
          </p:nvSpPr>
          <p:spPr>
            <a:xfrm>
              <a:off x="11678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8" name="점 218"/>
            <p:cNvSpPr/>
            <p:nvPr userDrawn="1"/>
          </p:nvSpPr>
          <p:spPr>
            <a:xfrm>
              <a:off x="11932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9" name="점 219"/>
            <p:cNvSpPr/>
            <p:nvPr userDrawn="1"/>
          </p:nvSpPr>
          <p:spPr>
            <a:xfrm>
              <a:off x="9900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0" name="점 220"/>
            <p:cNvSpPr/>
            <p:nvPr userDrawn="1"/>
          </p:nvSpPr>
          <p:spPr>
            <a:xfrm>
              <a:off x="10154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1" name="점 221"/>
            <p:cNvSpPr/>
            <p:nvPr userDrawn="1"/>
          </p:nvSpPr>
          <p:spPr>
            <a:xfrm>
              <a:off x="10408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2" name="점 222"/>
            <p:cNvSpPr/>
            <p:nvPr userDrawn="1"/>
          </p:nvSpPr>
          <p:spPr>
            <a:xfrm>
              <a:off x="10662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3" name="점 223"/>
            <p:cNvSpPr/>
            <p:nvPr userDrawn="1"/>
          </p:nvSpPr>
          <p:spPr>
            <a:xfrm>
              <a:off x="10916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4" name="점 224"/>
            <p:cNvSpPr/>
            <p:nvPr userDrawn="1"/>
          </p:nvSpPr>
          <p:spPr>
            <a:xfrm>
              <a:off x="11170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5" name="점 225"/>
            <p:cNvSpPr/>
            <p:nvPr userDrawn="1"/>
          </p:nvSpPr>
          <p:spPr>
            <a:xfrm>
              <a:off x="11424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6" name="점 226"/>
            <p:cNvSpPr/>
            <p:nvPr userDrawn="1"/>
          </p:nvSpPr>
          <p:spPr>
            <a:xfrm>
              <a:off x="11678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7" name="점 227"/>
            <p:cNvSpPr/>
            <p:nvPr userDrawn="1"/>
          </p:nvSpPr>
          <p:spPr>
            <a:xfrm>
              <a:off x="11932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8" name="점 228"/>
            <p:cNvSpPr/>
            <p:nvPr userDrawn="1"/>
          </p:nvSpPr>
          <p:spPr>
            <a:xfrm>
              <a:off x="9900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9" name="점 229"/>
            <p:cNvSpPr/>
            <p:nvPr userDrawn="1"/>
          </p:nvSpPr>
          <p:spPr>
            <a:xfrm>
              <a:off x="10154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0" name="점 230"/>
            <p:cNvSpPr/>
            <p:nvPr userDrawn="1"/>
          </p:nvSpPr>
          <p:spPr>
            <a:xfrm>
              <a:off x="10408000" y="5462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1" name="점 231"/>
            <p:cNvSpPr/>
            <p:nvPr userDrawn="1"/>
          </p:nvSpPr>
          <p:spPr>
            <a:xfrm>
              <a:off x="10662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2" name="점 232"/>
            <p:cNvSpPr/>
            <p:nvPr userDrawn="1"/>
          </p:nvSpPr>
          <p:spPr>
            <a:xfrm>
              <a:off x="10916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3" name="점 233"/>
            <p:cNvSpPr/>
            <p:nvPr userDrawn="1"/>
          </p:nvSpPr>
          <p:spPr>
            <a:xfrm>
              <a:off x="11170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4" name="점 234"/>
            <p:cNvSpPr/>
            <p:nvPr userDrawn="1"/>
          </p:nvSpPr>
          <p:spPr>
            <a:xfrm>
              <a:off x="11424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5" name="점 235"/>
            <p:cNvSpPr/>
            <p:nvPr userDrawn="1"/>
          </p:nvSpPr>
          <p:spPr>
            <a:xfrm>
              <a:off x="11678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6" name="점 236"/>
            <p:cNvSpPr/>
            <p:nvPr userDrawn="1"/>
          </p:nvSpPr>
          <p:spPr>
            <a:xfrm>
              <a:off x="11932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7" name="점 237"/>
            <p:cNvSpPr/>
            <p:nvPr userDrawn="1"/>
          </p:nvSpPr>
          <p:spPr>
            <a:xfrm>
              <a:off x="9900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8" name="점 238"/>
            <p:cNvSpPr/>
            <p:nvPr userDrawn="1"/>
          </p:nvSpPr>
          <p:spPr>
            <a:xfrm>
              <a:off x="10154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9" name="점 239"/>
            <p:cNvSpPr/>
            <p:nvPr userDrawn="1"/>
          </p:nvSpPr>
          <p:spPr>
            <a:xfrm>
              <a:off x="10408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0" name="점 240"/>
            <p:cNvSpPr/>
            <p:nvPr userDrawn="1"/>
          </p:nvSpPr>
          <p:spPr>
            <a:xfrm>
              <a:off x="10662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1" name="점 241"/>
            <p:cNvSpPr/>
            <p:nvPr userDrawn="1"/>
          </p:nvSpPr>
          <p:spPr>
            <a:xfrm>
              <a:off x="10916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2" name="점 242"/>
            <p:cNvSpPr/>
            <p:nvPr userDrawn="1"/>
          </p:nvSpPr>
          <p:spPr>
            <a:xfrm>
              <a:off x="11170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3" name="점 243"/>
            <p:cNvSpPr/>
            <p:nvPr userDrawn="1"/>
          </p:nvSpPr>
          <p:spPr>
            <a:xfrm>
              <a:off x="11424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4" name="점 244"/>
            <p:cNvSpPr/>
            <p:nvPr userDrawn="1"/>
          </p:nvSpPr>
          <p:spPr>
            <a:xfrm>
              <a:off x="11678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5" name="점 245"/>
            <p:cNvSpPr/>
            <p:nvPr userDrawn="1"/>
          </p:nvSpPr>
          <p:spPr>
            <a:xfrm>
              <a:off x="11932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6" name="점 246"/>
            <p:cNvSpPr/>
            <p:nvPr userDrawn="1"/>
          </p:nvSpPr>
          <p:spPr>
            <a:xfrm>
              <a:off x="9900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7" name="점 247"/>
            <p:cNvSpPr/>
            <p:nvPr userDrawn="1"/>
          </p:nvSpPr>
          <p:spPr>
            <a:xfrm>
              <a:off x="10154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8" name="점 248"/>
            <p:cNvSpPr/>
            <p:nvPr userDrawn="1"/>
          </p:nvSpPr>
          <p:spPr>
            <a:xfrm>
              <a:off x="10408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9" name="점 249"/>
            <p:cNvSpPr/>
            <p:nvPr userDrawn="1"/>
          </p:nvSpPr>
          <p:spPr>
            <a:xfrm>
              <a:off x="10662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0" name="점 250"/>
            <p:cNvSpPr/>
            <p:nvPr userDrawn="1"/>
          </p:nvSpPr>
          <p:spPr>
            <a:xfrm>
              <a:off x="10916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1" name="점 251"/>
            <p:cNvSpPr/>
            <p:nvPr userDrawn="1"/>
          </p:nvSpPr>
          <p:spPr>
            <a:xfrm>
              <a:off x="11170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2" name="점 252"/>
            <p:cNvSpPr/>
            <p:nvPr userDrawn="1"/>
          </p:nvSpPr>
          <p:spPr>
            <a:xfrm>
              <a:off x="11424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3" name="점 253"/>
            <p:cNvSpPr/>
            <p:nvPr userDrawn="1"/>
          </p:nvSpPr>
          <p:spPr>
            <a:xfrm>
              <a:off x="11678000" y="5970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4" name="점 254"/>
            <p:cNvSpPr/>
            <p:nvPr userDrawn="1"/>
          </p:nvSpPr>
          <p:spPr>
            <a:xfrm>
              <a:off x="11932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5" name="점 255"/>
            <p:cNvSpPr/>
            <p:nvPr userDrawn="1"/>
          </p:nvSpPr>
          <p:spPr>
            <a:xfrm>
              <a:off x="9900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6" name="점 256"/>
            <p:cNvSpPr/>
            <p:nvPr userDrawn="1"/>
          </p:nvSpPr>
          <p:spPr>
            <a:xfrm>
              <a:off x="10154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7" name="점 257"/>
            <p:cNvSpPr/>
            <p:nvPr userDrawn="1"/>
          </p:nvSpPr>
          <p:spPr>
            <a:xfrm>
              <a:off x="10408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8" name="점 258"/>
            <p:cNvSpPr/>
            <p:nvPr userDrawn="1"/>
          </p:nvSpPr>
          <p:spPr>
            <a:xfrm>
              <a:off x="10662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9" name="점 259"/>
            <p:cNvSpPr/>
            <p:nvPr userDrawn="1"/>
          </p:nvSpPr>
          <p:spPr>
            <a:xfrm>
              <a:off x="10916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0" name="점 260"/>
            <p:cNvSpPr/>
            <p:nvPr userDrawn="1"/>
          </p:nvSpPr>
          <p:spPr>
            <a:xfrm>
              <a:off x="11170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1" name="점 261"/>
            <p:cNvSpPr/>
            <p:nvPr userDrawn="1"/>
          </p:nvSpPr>
          <p:spPr>
            <a:xfrm>
              <a:off x="11424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2" name="점 262"/>
            <p:cNvSpPr/>
            <p:nvPr userDrawn="1"/>
          </p:nvSpPr>
          <p:spPr>
            <a:xfrm>
              <a:off x="11678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3" name="점 263"/>
            <p:cNvSpPr/>
            <p:nvPr userDrawn="1"/>
          </p:nvSpPr>
          <p:spPr>
            <a:xfrm>
              <a:off x="11932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4" name="점 264"/>
            <p:cNvSpPr/>
            <p:nvPr userDrawn="1"/>
          </p:nvSpPr>
          <p:spPr>
            <a:xfrm>
              <a:off x="9900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5" name="점 265"/>
            <p:cNvSpPr/>
            <p:nvPr userDrawn="1"/>
          </p:nvSpPr>
          <p:spPr>
            <a:xfrm>
              <a:off x="10154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6" name="점 266"/>
            <p:cNvSpPr/>
            <p:nvPr userDrawn="1"/>
          </p:nvSpPr>
          <p:spPr>
            <a:xfrm>
              <a:off x="10408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7" name="점 267"/>
            <p:cNvSpPr/>
            <p:nvPr userDrawn="1"/>
          </p:nvSpPr>
          <p:spPr>
            <a:xfrm>
              <a:off x="10662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8" name="점 268"/>
            <p:cNvSpPr/>
            <p:nvPr userDrawn="1"/>
          </p:nvSpPr>
          <p:spPr>
            <a:xfrm>
              <a:off x="10916000" y="6478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9" name="점 269"/>
            <p:cNvSpPr/>
            <p:nvPr userDrawn="1"/>
          </p:nvSpPr>
          <p:spPr>
            <a:xfrm>
              <a:off x="11170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0" name="점 270"/>
            <p:cNvSpPr/>
            <p:nvPr userDrawn="1"/>
          </p:nvSpPr>
          <p:spPr>
            <a:xfrm>
              <a:off x="11424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1" name="점 271"/>
            <p:cNvSpPr/>
            <p:nvPr userDrawn="1"/>
          </p:nvSpPr>
          <p:spPr>
            <a:xfrm>
              <a:off x="11678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2" name="점 272"/>
            <p:cNvSpPr/>
            <p:nvPr userDrawn="1"/>
          </p:nvSpPr>
          <p:spPr>
            <a:xfrm>
              <a:off x="11932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3" name="점 273"/>
            <p:cNvSpPr/>
            <p:nvPr userDrawn="1"/>
          </p:nvSpPr>
          <p:spPr>
            <a:xfrm>
              <a:off x="9900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4" name="점 274"/>
            <p:cNvSpPr/>
            <p:nvPr userDrawn="1"/>
          </p:nvSpPr>
          <p:spPr>
            <a:xfrm>
              <a:off x="10154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5" name="점 275"/>
            <p:cNvSpPr/>
            <p:nvPr userDrawn="1"/>
          </p:nvSpPr>
          <p:spPr>
            <a:xfrm>
              <a:off x="10408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6" name="점 276"/>
            <p:cNvSpPr/>
            <p:nvPr userDrawn="1"/>
          </p:nvSpPr>
          <p:spPr>
            <a:xfrm>
              <a:off x="10662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7" name="점 277"/>
            <p:cNvSpPr/>
            <p:nvPr userDrawn="1"/>
          </p:nvSpPr>
          <p:spPr>
            <a:xfrm>
              <a:off x="10916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8" name="점 278"/>
            <p:cNvSpPr/>
            <p:nvPr userDrawn="1"/>
          </p:nvSpPr>
          <p:spPr>
            <a:xfrm>
              <a:off x="11170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9" name="점 279"/>
            <p:cNvSpPr/>
            <p:nvPr userDrawn="1"/>
          </p:nvSpPr>
          <p:spPr>
            <a:xfrm>
              <a:off x="11424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80" name="점 280"/>
            <p:cNvSpPr/>
            <p:nvPr userDrawn="1"/>
          </p:nvSpPr>
          <p:spPr>
            <a:xfrm>
              <a:off x="11678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81" name="점 281"/>
            <p:cNvSpPr/>
            <p:nvPr userDrawn="1"/>
          </p:nvSpPr>
          <p:spPr>
            <a:xfrm>
              <a:off x="11932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</p:grpSp>
      <p:sp>
        <p:nvSpPr>
          <p:cNvPr id="85" name="히어로 강조 룰"/>
          <p:cNvSpPr/>
          <p:nvPr userDrawn="1"/>
        </p:nvSpPr>
        <p:spPr>
          <a:xfrm>
            <a:off x="1615440" y="2900040"/>
            <a:ext cx="762000" cy="0"/>
          </a:xfrm>
          <a:prstGeom prst="line">
            <a:avLst/>
          </a:prstGeom>
          <a:noFill/>
          <a:ln w="38100" cap="flat">
            <a:solidFill>
              <a:srgbClr val="2EC4D9"/>
            </a:solidFill>
          </a:ln>
        </p:spPr>
        <p:txBody>
          <a:bodyPr/>
          <a:lstStyle/>
          <a:p>
            <a:endParaRPr lang="ko-KR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E38C119-E53F-2DA2-3F3A-62BF807009B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438400"/>
            <a:ext cx="9525000" cy="1371600"/>
          </a:xfrm>
        </p:spPr>
        <p:txBody>
          <a:bodyPr anchor="b">
            <a:normAutofit/>
          </a:bodyPr>
          <a:lstStyle>
            <a:lvl1pPr algn="l">
              <a:lnSpc>
                <a:spcPct val="95000"/>
              </a:lnSpc>
              <a:defRPr sz="4000" b="0" spc="-40">
                <a:solidFill>
                  <a:srgbClr val="FFFFFF"/>
                </a:solidFill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4BB6797-A87E-4BFE-C9F3-8C995A6744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962400"/>
            <a:ext cx="9525000" cy="1143000"/>
          </a:xfrm>
        </p:spPr>
        <p:txBody>
          <a:bodyPr anchor="ctr">
            <a:normAutofit/>
          </a:bodyPr>
          <a:lstStyle>
            <a:lvl1pPr marL="0" indent="0" algn="l">
              <a:lnSpc>
                <a:spcPct val="115000"/>
              </a:lnSpc>
              <a:buNone/>
              <a:defRPr sz="2000">
                <a:solidFill>
                  <a:srgbClr val="8FB8C9"/>
                </a:solidFill>
              </a:defRPr>
            </a:lvl1pPr>
            <a:lvl2pPr marL="457200" indent="0" algn="l">
              <a:buNone/>
              <a:defRPr sz="2000"/>
            </a:lvl2pPr>
            <a:lvl3pPr marL="914400" indent="0" algn="l">
              <a:buNone/>
              <a:defRPr sz="1800"/>
            </a:lvl3pPr>
            <a:lvl4pPr marL="1371600" indent="0" algn="l">
              <a:buNone/>
              <a:defRPr sz="1600"/>
            </a:lvl4pPr>
            <a:lvl5pPr marL="1828800" indent="0" algn="l">
              <a:buNone/>
              <a:defRPr sz="1600"/>
            </a:lvl5pPr>
            <a:lvl6pPr marL="2286000" indent="0" algn="l">
              <a:buNone/>
              <a:defRPr sz="1600"/>
            </a:lvl6pPr>
            <a:lvl7pPr marL="2743200" indent="0" algn="l">
              <a:buNone/>
              <a:defRPr sz="1600"/>
            </a:lvl7pPr>
            <a:lvl8pPr marL="3200400" indent="0" algn="l">
              <a:buNone/>
              <a:defRPr sz="1600"/>
            </a:lvl8pPr>
            <a:lvl9pPr marL="3657600" indent="0" algn="l">
              <a:buNone/>
              <a:defRPr sz="1600"/>
            </a:lvl9pPr>
          </a:lstStyle>
          <a:p>
            <a:r>
              <a:rPr lang="ko-KR" altLang="en-US" dirty="0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2FD1BD7-7E65-3772-3007-1F34DBA0FA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fld id="{2ADF637E-82D6-4563-BCF0-C9101F2B5148}" type="datetime1">
              <a:rPr lang="ko-KR" altLang="en-US" smtClean="0"/>
              <a:pPr/>
              <a:t>2026-08-31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8CF5ED1-6997-CD09-21BF-44F1DD2397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040E17D-D377-3A02-4E70-6AAE5C12D4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fld id="{4438A2D4-3867-488E-A04E-7BFFCAED45A6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677359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1FD09-61A8-64FE-609A-5BC9FD80E7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 anchor="b">
            <a:normAutofit/>
          </a:bodyPr>
          <a:lstStyle>
            <a:lvl1pPr algn="l">
              <a:defRPr sz="2800" b="0" spc="-3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7A10CA-AA0F-BD51-5B8E-5AE0726F06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4701089"/>
          </a:xfrm>
        </p:spPr>
        <p:txBody>
          <a:bodyPr anchor="t">
            <a:normAutofit/>
          </a:bodyPr>
          <a:lstStyle>
            <a:lvl1pPr>
              <a:lnSpc>
                <a:spcPct val="150000"/>
              </a:lnSpc>
              <a:defRPr sz="2000" b="0"/>
            </a:lvl1pPr>
            <a:lvl2pPr>
              <a:lnSpc>
                <a:spcPct val="150000"/>
              </a:lnSpc>
              <a:defRPr sz="1800"/>
            </a:lvl2pPr>
            <a:lvl3pPr>
              <a:lnSpc>
                <a:spcPct val="150000"/>
              </a:lnSpc>
              <a:defRPr sz="1600"/>
            </a:lvl3pPr>
            <a:lvl4pPr>
              <a:lnSpc>
                <a:spcPct val="150000"/>
              </a:lnSpc>
              <a:defRPr sz="1400"/>
            </a:lvl4pPr>
            <a:lvl5pPr>
              <a:lnSpc>
                <a:spcPct val="150000"/>
              </a:lnSpc>
              <a:defRPr sz="1400"/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444F1B2-7ED6-C36F-405B-74D10A4669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58CD677-7AD2-4A27-94BD-C65458D22428}" type="datetime1">
              <a:rPr lang="ko-KR" altLang="en-US" smtClean="0"/>
              <a:pPr/>
              <a:t>2026-08-31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5B54CE5-BA49-9B1F-44F6-BB68039676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438A2D4-3867-488E-A04E-7BFFCAED45A6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349749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배경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rgbClr val="14304F"/>
              </a:gs>
              <a:gs pos="60000">
                <a:srgbClr val="0F2540"/>
              </a:gs>
              <a:gs pos="100000">
                <a:srgbClr val="0A1B2E"/>
              </a:gs>
            </a:gsLst>
            <a:lin ang="2700000" scaled="0"/>
          </a:gradFill>
          <a:ln>
            <a:noFill/>
          </a:ln>
        </p:spPr>
        <p:txBody>
          <a:bodyPr/>
          <a:lstStyle/>
          <a:p>
            <a:endParaRPr lang="ko-KR" dirty="0"/>
          </a:p>
        </p:txBody>
      </p:sp>
      <p:grpSp>
        <p:nvGrpSpPr>
          <p:cNvPr id="300" name="격자 패턴"/>
          <p:cNvGrpSpPr/>
          <p:nvPr userDrawn="1"/>
        </p:nvGrpSpPr>
        <p:grpSpPr>
          <a:xfrm>
            <a:off x="10033800" y="4300000"/>
            <a:ext cx="2108200" cy="1854200"/>
            <a:chOff x="10033800" y="4300000"/>
            <a:chExt cx="2108200" cy="1854200"/>
          </a:xfrm>
        </p:grpSpPr>
        <p:sp>
          <p:nvSpPr>
            <p:cNvPr id="301" name="점 301"/>
            <p:cNvSpPr/>
            <p:nvPr userDrawn="1"/>
          </p:nvSpPr>
          <p:spPr>
            <a:xfrm>
              <a:off x="10033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2" name="점 302"/>
            <p:cNvSpPr/>
            <p:nvPr userDrawn="1"/>
          </p:nvSpPr>
          <p:spPr>
            <a:xfrm>
              <a:off x="10287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3" name="점 303"/>
            <p:cNvSpPr/>
            <p:nvPr userDrawn="1"/>
          </p:nvSpPr>
          <p:spPr>
            <a:xfrm>
              <a:off x="10541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4" name="점 304"/>
            <p:cNvSpPr/>
            <p:nvPr userDrawn="1"/>
          </p:nvSpPr>
          <p:spPr>
            <a:xfrm>
              <a:off x="10795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5" name="점 305"/>
            <p:cNvSpPr/>
            <p:nvPr userDrawn="1"/>
          </p:nvSpPr>
          <p:spPr>
            <a:xfrm>
              <a:off x="11049800" y="4300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6" name="점 306"/>
            <p:cNvSpPr/>
            <p:nvPr userDrawn="1"/>
          </p:nvSpPr>
          <p:spPr>
            <a:xfrm>
              <a:off x="11303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7" name="점 307"/>
            <p:cNvSpPr/>
            <p:nvPr userDrawn="1"/>
          </p:nvSpPr>
          <p:spPr>
            <a:xfrm>
              <a:off x="11557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8" name="점 308"/>
            <p:cNvSpPr/>
            <p:nvPr userDrawn="1"/>
          </p:nvSpPr>
          <p:spPr>
            <a:xfrm>
              <a:off x="11811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9" name="점 309"/>
            <p:cNvSpPr/>
            <p:nvPr userDrawn="1"/>
          </p:nvSpPr>
          <p:spPr>
            <a:xfrm>
              <a:off x="12065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0" name="점 310"/>
            <p:cNvSpPr/>
            <p:nvPr userDrawn="1"/>
          </p:nvSpPr>
          <p:spPr>
            <a:xfrm>
              <a:off x="10033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1" name="점 311"/>
            <p:cNvSpPr/>
            <p:nvPr userDrawn="1"/>
          </p:nvSpPr>
          <p:spPr>
            <a:xfrm>
              <a:off x="10287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2" name="점 312"/>
            <p:cNvSpPr/>
            <p:nvPr userDrawn="1"/>
          </p:nvSpPr>
          <p:spPr>
            <a:xfrm>
              <a:off x="10541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3" name="점 313"/>
            <p:cNvSpPr/>
            <p:nvPr userDrawn="1"/>
          </p:nvSpPr>
          <p:spPr>
            <a:xfrm>
              <a:off x="10795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4" name="점 314"/>
            <p:cNvSpPr/>
            <p:nvPr userDrawn="1"/>
          </p:nvSpPr>
          <p:spPr>
            <a:xfrm>
              <a:off x="11049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5" name="점 315"/>
            <p:cNvSpPr/>
            <p:nvPr userDrawn="1"/>
          </p:nvSpPr>
          <p:spPr>
            <a:xfrm>
              <a:off x="11303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6" name="점 316"/>
            <p:cNvSpPr/>
            <p:nvPr userDrawn="1"/>
          </p:nvSpPr>
          <p:spPr>
            <a:xfrm>
              <a:off x="11557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7" name="점 317"/>
            <p:cNvSpPr/>
            <p:nvPr userDrawn="1"/>
          </p:nvSpPr>
          <p:spPr>
            <a:xfrm>
              <a:off x="11811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8" name="점 318"/>
            <p:cNvSpPr/>
            <p:nvPr userDrawn="1"/>
          </p:nvSpPr>
          <p:spPr>
            <a:xfrm>
              <a:off x="12065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9" name="점 319"/>
            <p:cNvSpPr/>
            <p:nvPr userDrawn="1"/>
          </p:nvSpPr>
          <p:spPr>
            <a:xfrm>
              <a:off x="10033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0" name="점 320"/>
            <p:cNvSpPr/>
            <p:nvPr userDrawn="1"/>
          </p:nvSpPr>
          <p:spPr>
            <a:xfrm>
              <a:off x="10287800" y="4808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1" name="점 321"/>
            <p:cNvSpPr/>
            <p:nvPr userDrawn="1"/>
          </p:nvSpPr>
          <p:spPr>
            <a:xfrm>
              <a:off x="10541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2" name="점 322"/>
            <p:cNvSpPr/>
            <p:nvPr userDrawn="1"/>
          </p:nvSpPr>
          <p:spPr>
            <a:xfrm>
              <a:off x="10795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3" name="점 323"/>
            <p:cNvSpPr/>
            <p:nvPr userDrawn="1"/>
          </p:nvSpPr>
          <p:spPr>
            <a:xfrm>
              <a:off x="11049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4" name="점 324"/>
            <p:cNvSpPr/>
            <p:nvPr userDrawn="1"/>
          </p:nvSpPr>
          <p:spPr>
            <a:xfrm>
              <a:off x="11303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5" name="점 325"/>
            <p:cNvSpPr/>
            <p:nvPr userDrawn="1"/>
          </p:nvSpPr>
          <p:spPr>
            <a:xfrm>
              <a:off x="11557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6" name="점 326"/>
            <p:cNvSpPr/>
            <p:nvPr userDrawn="1"/>
          </p:nvSpPr>
          <p:spPr>
            <a:xfrm>
              <a:off x="11811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7" name="점 327"/>
            <p:cNvSpPr/>
            <p:nvPr userDrawn="1"/>
          </p:nvSpPr>
          <p:spPr>
            <a:xfrm>
              <a:off x="12065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8" name="점 328"/>
            <p:cNvSpPr/>
            <p:nvPr userDrawn="1"/>
          </p:nvSpPr>
          <p:spPr>
            <a:xfrm>
              <a:off x="10033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9" name="점 329"/>
            <p:cNvSpPr/>
            <p:nvPr userDrawn="1"/>
          </p:nvSpPr>
          <p:spPr>
            <a:xfrm>
              <a:off x="10287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0" name="점 330"/>
            <p:cNvSpPr/>
            <p:nvPr userDrawn="1"/>
          </p:nvSpPr>
          <p:spPr>
            <a:xfrm>
              <a:off x="10541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1" name="점 331"/>
            <p:cNvSpPr/>
            <p:nvPr userDrawn="1"/>
          </p:nvSpPr>
          <p:spPr>
            <a:xfrm>
              <a:off x="10795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2" name="점 332"/>
            <p:cNvSpPr/>
            <p:nvPr userDrawn="1"/>
          </p:nvSpPr>
          <p:spPr>
            <a:xfrm>
              <a:off x="11049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3" name="점 333"/>
            <p:cNvSpPr/>
            <p:nvPr userDrawn="1"/>
          </p:nvSpPr>
          <p:spPr>
            <a:xfrm>
              <a:off x="11303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4" name="점 334"/>
            <p:cNvSpPr/>
            <p:nvPr userDrawn="1"/>
          </p:nvSpPr>
          <p:spPr>
            <a:xfrm>
              <a:off x="11557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5" name="점 335"/>
            <p:cNvSpPr/>
            <p:nvPr userDrawn="1"/>
          </p:nvSpPr>
          <p:spPr>
            <a:xfrm>
              <a:off x="11811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6" name="점 336"/>
            <p:cNvSpPr/>
            <p:nvPr userDrawn="1"/>
          </p:nvSpPr>
          <p:spPr>
            <a:xfrm>
              <a:off x="12065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7" name="점 337"/>
            <p:cNvSpPr/>
            <p:nvPr userDrawn="1"/>
          </p:nvSpPr>
          <p:spPr>
            <a:xfrm>
              <a:off x="10033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8" name="점 338"/>
            <p:cNvSpPr/>
            <p:nvPr userDrawn="1"/>
          </p:nvSpPr>
          <p:spPr>
            <a:xfrm>
              <a:off x="10287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9" name="점 339"/>
            <p:cNvSpPr/>
            <p:nvPr userDrawn="1"/>
          </p:nvSpPr>
          <p:spPr>
            <a:xfrm>
              <a:off x="10541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0" name="점 340"/>
            <p:cNvSpPr/>
            <p:nvPr userDrawn="1"/>
          </p:nvSpPr>
          <p:spPr>
            <a:xfrm>
              <a:off x="10795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1" name="점 341"/>
            <p:cNvSpPr/>
            <p:nvPr userDrawn="1"/>
          </p:nvSpPr>
          <p:spPr>
            <a:xfrm>
              <a:off x="11049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2" name="점 342"/>
            <p:cNvSpPr/>
            <p:nvPr userDrawn="1"/>
          </p:nvSpPr>
          <p:spPr>
            <a:xfrm>
              <a:off x="11303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3" name="점 343"/>
            <p:cNvSpPr/>
            <p:nvPr userDrawn="1"/>
          </p:nvSpPr>
          <p:spPr>
            <a:xfrm>
              <a:off x="11557800" y="5316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4" name="점 344"/>
            <p:cNvSpPr/>
            <p:nvPr userDrawn="1"/>
          </p:nvSpPr>
          <p:spPr>
            <a:xfrm>
              <a:off x="11811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5" name="점 345"/>
            <p:cNvSpPr/>
            <p:nvPr userDrawn="1"/>
          </p:nvSpPr>
          <p:spPr>
            <a:xfrm>
              <a:off x="12065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6" name="점 346"/>
            <p:cNvSpPr/>
            <p:nvPr userDrawn="1"/>
          </p:nvSpPr>
          <p:spPr>
            <a:xfrm>
              <a:off x="10033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7" name="점 347"/>
            <p:cNvSpPr/>
            <p:nvPr userDrawn="1"/>
          </p:nvSpPr>
          <p:spPr>
            <a:xfrm>
              <a:off x="10287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8" name="점 348"/>
            <p:cNvSpPr/>
            <p:nvPr userDrawn="1"/>
          </p:nvSpPr>
          <p:spPr>
            <a:xfrm>
              <a:off x="10541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9" name="점 349"/>
            <p:cNvSpPr/>
            <p:nvPr userDrawn="1"/>
          </p:nvSpPr>
          <p:spPr>
            <a:xfrm>
              <a:off x="10795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0" name="점 350"/>
            <p:cNvSpPr/>
            <p:nvPr userDrawn="1"/>
          </p:nvSpPr>
          <p:spPr>
            <a:xfrm>
              <a:off x="11049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1" name="점 351"/>
            <p:cNvSpPr/>
            <p:nvPr userDrawn="1"/>
          </p:nvSpPr>
          <p:spPr>
            <a:xfrm>
              <a:off x="11303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2" name="점 352"/>
            <p:cNvSpPr/>
            <p:nvPr userDrawn="1"/>
          </p:nvSpPr>
          <p:spPr>
            <a:xfrm>
              <a:off x="11557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3" name="점 353"/>
            <p:cNvSpPr/>
            <p:nvPr userDrawn="1"/>
          </p:nvSpPr>
          <p:spPr>
            <a:xfrm>
              <a:off x="11811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4" name="점 354"/>
            <p:cNvSpPr/>
            <p:nvPr userDrawn="1"/>
          </p:nvSpPr>
          <p:spPr>
            <a:xfrm>
              <a:off x="12065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5" name="점 355"/>
            <p:cNvSpPr/>
            <p:nvPr userDrawn="1"/>
          </p:nvSpPr>
          <p:spPr>
            <a:xfrm>
              <a:off x="10033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6" name="점 356"/>
            <p:cNvSpPr/>
            <p:nvPr userDrawn="1"/>
          </p:nvSpPr>
          <p:spPr>
            <a:xfrm>
              <a:off x="10287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7" name="점 357"/>
            <p:cNvSpPr/>
            <p:nvPr userDrawn="1"/>
          </p:nvSpPr>
          <p:spPr>
            <a:xfrm>
              <a:off x="10541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8" name="점 358"/>
            <p:cNvSpPr/>
            <p:nvPr userDrawn="1"/>
          </p:nvSpPr>
          <p:spPr>
            <a:xfrm>
              <a:off x="10795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9" name="점 359"/>
            <p:cNvSpPr/>
            <p:nvPr userDrawn="1"/>
          </p:nvSpPr>
          <p:spPr>
            <a:xfrm>
              <a:off x="11049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0" name="점 360"/>
            <p:cNvSpPr/>
            <p:nvPr userDrawn="1"/>
          </p:nvSpPr>
          <p:spPr>
            <a:xfrm>
              <a:off x="11303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1" name="점 361"/>
            <p:cNvSpPr/>
            <p:nvPr userDrawn="1"/>
          </p:nvSpPr>
          <p:spPr>
            <a:xfrm>
              <a:off x="11557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2" name="점 362"/>
            <p:cNvSpPr/>
            <p:nvPr userDrawn="1"/>
          </p:nvSpPr>
          <p:spPr>
            <a:xfrm>
              <a:off x="11811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3" name="점 363"/>
            <p:cNvSpPr/>
            <p:nvPr userDrawn="1"/>
          </p:nvSpPr>
          <p:spPr>
            <a:xfrm>
              <a:off x="12065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4" name="점 364"/>
            <p:cNvSpPr/>
            <p:nvPr userDrawn="1"/>
          </p:nvSpPr>
          <p:spPr>
            <a:xfrm>
              <a:off x="10033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5" name="점 365"/>
            <p:cNvSpPr/>
            <p:nvPr userDrawn="1"/>
          </p:nvSpPr>
          <p:spPr>
            <a:xfrm>
              <a:off x="10287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6" name="점 366"/>
            <p:cNvSpPr/>
            <p:nvPr userDrawn="1"/>
          </p:nvSpPr>
          <p:spPr>
            <a:xfrm>
              <a:off x="10541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7" name="점 367"/>
            <p:cNvSpPr/>
            <p:nvPr userDrawn="1"/>
          </p:nvSpPr>
          <p:spPr>
            <a:xfrm>
              <a:off x="10795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8" name="점 368"/>
            <p:cNvSpPr/>
            <p:nvPr userDrawn="1"/>
          </p:nvSpPr>
          <p:spPr>
            <a:xfrm>
              <a:off x="11049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9" name="점 369"/>
            <p:cNvSpPr/>
            <p:nvPr userDrawn="1"/>
          </p:nvSpPr>
          <p:spPr>
            <a:xfrm>
              <a:off x="11303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70" name="점 370"/>
            <p:cNvSpPr/>
            <p:nvPr userDrawn="1"/>
          </p:nvSpPr>
          <p:spPr>
            <a:xfrm>
              <a:off x="11557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71" name="점 371"/>
            <p:cNvSpPr/>
            <p:nvPr userDrawn="1"/>
          </p:nvSpPr>
          <p:spPr>
            <a:xfrm>
              <a:off x="11811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72" name="점 372"/>
            <p:cNvSpPr/>
            <p:nvPr userDrawn="1"/>
          </p:nvSpPr>
          <p:spPr>
            <a:xfrm>
              <a:off x="12065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</p:grpSp>
      <p:sp>
        <p:nvSpPr>
          <p:cNvPr id="85" name="구역 강조 룰"/>
          <p:cNvSpPr/>
          <p:nvPr userDrawn="1"/>
        </p:nvSpPr>
        <p:spPr>
          <a:xfrm>
            <a:off x="929640" y="2971800"/>
            <a:ext cx="762000" cy="0"/>
          </a:xfrm>
          <a:prstGeom prst="line">
            <a:avLst/>
          </a:prstGeom>
          <a:noFill/>
          <a:ln w="38100" cap="flat">
            <a:solidFill>
              <a:srgbClr val="2EC4D9"/>
            </a:solidFill>
          </a:ln>
        </p:spPr>
        <p:txBody>
          <a:bodyPr/>
          <a:lstStyle/>
          <a:p>
            <a:endParaRPr lang="ko-KR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121E2741-8F1E-BB08-8064-ABB3B51724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048000"/>
            <a:ext cx="10515600" cy="800100"/>
          </a:xfrm>
        </p:spPr>
        <p:txBody>
          <a:bodyPr anchor="b"/>
          <a:lstStyle>
            <a:lvl1pPr algn="l">
              <a:defRPr sz="4400" b="0" spc="-40">
                <a:solidFill>
                  <a:srgbClr val="FFFFFF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FE217DB-F68B-0B02-0EE9-FC6D375A39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962400"/>
            <a:ext cx="10515600" cy="1143000"/>
          </a:xfrm>
        </p:spPr>
        <p:txBody>
          <a:bodyPr/>
          <a:lstStyle>
            <a:lvl1pPr marL="0" indent="0">
              <a:buNone/>
              <a:defRPr sz="2400">
                <a:solidFill>
                  <a:srgbClr val="8FB8C9"/>
                </a:solidFill>
              </a:defRPr>
            </a:lvl1pPr>
            <a:lvl2pPr marL="457200" indent="0">
              <a:buNone/>
              <a:defRPr sz="2000">
                <a:solidFill>
                  <a:srgbClr val="8FB8C9"/>
                </a:solidFill>
              </a:defRPr>
            </a:lvl2pPr>
            <a:lvl3pPr marL="914400" indent="0">
              <a:buNone/>
              <a:defRPr sz="1800">
                <a:solidFill>
                  <a:srgbClr val="8FB8C9"/>
                </a:solidFill>
              </a:defRPr>
            </a:lvl3pPr>
            <a:lvl4pPr marL="1371600" indent="0">
              <a:buNone/>
              <a:defRPr sz="1600">
                <a:solidFill>
                  <a:srgbClr val="8FB8C9"/>
                </a:solidFill>
              </a:defRPr>
            </a:lvl4pPr>
            <a:lvl5pPr marL="1828800" indent="0">
              <a:buNone/>
              <a:defRPr sz="1600">
                <a:solidFill>
                  <a:srgbClr val="8FB8C9"/>
                </a:solidFill>
              </a:defRPr>
            </a:lvl5pPr>
            <a:lvl6pPr marL="2286000" indent="0">
              <a:buNone/>
              <a:defRPr sz="1600">
                <a:solidFill>
                  <a:srgbClr val="8FB8C9"/>
                </a:solidFill>
              </a:defRPr>
            </a:lvl6pPr>
            <a:lvl7pPr marL="2743200" indent="0">
              <a:buNone/>
              <a:defRPr sz="1600">
                <a:solidFill>
                  <a:srgbClr val="8FB8C9"/>
                </a:solidFill>
              </a:defRPr>
            </a:lvl7pPr>
            <a:lvl8pPr marL="3200400" indent="0">
              <a:buNone/>
              <a:defRPr sz="1600">
                <a:solidFill>
                  <a:srgbClr val="8FB8C9"/>
                </a:solidFill>
              </a:defRPr>
            </a:lvl8pPr>
            <a:lvl9pPr marL="3657600" indent="0">
              <a:buNone/>
              <a:defRPr sz="1600">
                <a:solidFill>
                  <a:srgbClr val="8FB8C9"/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6F4ECD6-4F10-FAB4-9EC7-0A9BDDBBF5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fld id="{2BEF52EC-B397-4D0A-AE91-E0D6840C85A1}" type="datetime1">
              <a:rPr lang="ko-KR" altLang="en-US" smtClean="0"/>
              <a:t>2026-08-31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B089ED4-E191-9BE2-6362-00E940AF74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F322432-D7EA-093F-001B-BC7E0D49E1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447302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62A7E8-82BA-7B6E-F6E9-A98D3ECFFB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CAEFAB5-2BD5-B266-2B90-5DF6C6BE75F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DC97A80-9CA9-6C9D-98D1-D8A829894B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03A760F-4119-02E0-9047-FD4EFB030E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DD6007-6A42-4C9B-B218-6A32B3A38C67}" type="datetime1">
              <a:rPr lang="ko-KR" altLang="en-US" smtClean="0"/>
              <a:t>2026-08-31</a:t>
            </a:fld>
            <a:endParaRPr lang="ko-KR" altLang="en-US" dirty="0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99B3A7E-6DE5-9DF0-CCF3-4E15062167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6664016-7B2A-6313-FDC2-8FA33EAC93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370877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D54C69-8E55-E9AE-CBD6-A0F2276D9E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0B86DB8-CC8D-914E-CEFA-5DF480196E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B176446-C17B-7FD5-8DB2-B982801142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95D4D2A-9477-8669-492E-C33F3E9CD49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1BF0716-4A26-4EAB-6A93-C6203A80724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C0F37FBA-7D77-22F4-B534-1653B07ADB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6658DF-8B5F-4351-A42C-BF3495DE7ABE}" type="datetime1">
              <a:rPr lang="ko-KR" altLang="en-US" smtClean="0"/>
              <a:t>2026-08-31</a:t>
            </a:fld>
            <a:endParaRPr lang="ko-KR" altLang="en-US" dirty="0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E8DA361B-5E51-3A84-F540-036EB166C1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AD90B8D-AC97-0E06-ED03-C9645D4A46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278775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F5235F-156B-75D6-B91A-2D25D5F318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70398CE0-1B1D-EF93-936A-A286EA5776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359C48-8150-4FAB-8BEF-6AD61CFC9BBE}" type="datetime1">
              <a:rPr lang="ko-KR" altLang="en-US" smtClean="0"/>
              <a:t>2026-08-31</a:t>
            </a:fld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F4DC0FF-921E-80C0-450A-7B405750E8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8CF709D-D3DC-4D1F-45FC-9F2F2C1808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129880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1E4D47D0-9EAC-3C67-62F1-6CC1BEC6FC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41DBCF-1091-470D-AC72-5CF3D00280AC}" type="datetime1">
              <a:rPr lang="ko-KR" altLang="en-US" smtClean="0"/>
              <a:t>2026-08-31</a:t>
            </a:fld>
            <a:endParaRPr lang="ko-KR" altLang="en-US" dirty="0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AA75CACA-850A-EA99-2A04-D33838FCCA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504249E-807B-C0AC-5C11-E3AD439D7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690958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EF82BF-B27F-0EAB-B809-971BA3CE89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C4868F8-4EB2-B804-3AD6-7256AF1C68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C3E5F92-B2C2-8AB1-01C1-ED72DF18A6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243173C-11BF-A2F6-F013-59378849A4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4AE7C-57FB-4DBB-B90C-59145D637BF6}" type="datetime1">
              <a:rPr lang="ko-KR" altLang="en-US" smtClean="0"/>
              <a:t>2026-08-31</a:t>
            </a:fld>
            <a:endParaRPr lang="ko-KR" altLang="en-US" dirty="0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3D47E49-717B-A5BA-FB22-E4F74A03BD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C7ED0F3-0EAE-43B7-F5D2-9F776B23F7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923198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3DE7BB-65A1-98A0-61B2-9BA86EB8B4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3393FC40-79A0-A826-1CA9-EE7B1B8BF9E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EB9879E-8AC3-D682-707C-4CCA3AC04C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C97A2B9-9192-6241-C6C5-2D7D678EEC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D92253-43A0-46E3-918E-3929407A8C01}" type="datetime1">
              <a:rPr lang="ko-KR" altLang="en-US" smtClean="0"/>
              <a:t>2026-08-31</a:t>
            </a:fld>
            <a:endParaRPr lang="ko-KR" altLang="en-US" dirty="0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B7311CB-F5C2-2F43-5CDB-47B621DB11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B7E252D-5421-B82E-B9DC-97D8A4F118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743450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A5921C-217D-706E-B4C1-8C4B415A85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FA49194-22FD-90CC-72D7-93BB89EBF3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E3072F4-8B76-D6AF-7D51-73F3466137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178607-39E6-4CB2-B3CB-AB428B3B6195}" type="datetime1">
              <a:rPr lang="ko-KR" altLang="en-US" smtClean="0"/>
              <a:t>2026-08-31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903EEA5-CFF1-3A25-3757-289E51F270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0CA5D0D-C1A0-3A92-3E15-E7442EE12D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198454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44A25BF-197E-B63E-7A73-089055E7BC9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1D6C20F-2716-6230-FC15-8E28D820B1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32C15CE-BE12-96E8-58E3-B89CE71B76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78A2F2-325F-46A6-8956-F2A49A35BAF8}" type="datetime1">
              <a:rPr lang="ko-KR" altLang="en-US" smtClean="0"/>
              <a:t>2026-08-31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83C669E-1E2D-2737-7F44-4EF88AEE2E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F1D9548-61EF-5EA9-3163-3C25E9287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997905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제목 헤어라인"/>
          <p:cNvSpPr/>
          <p:nvPr userDrawn="1"/>
        </p:nvSpPr>
        <p:spPr>
          <a:xfrm>
            <a:off x="929640" y="944880"/>
            <a:ext cx="10332720" cy="0"/>
          </a:xfrm>
          <a:prstGeom prst="line">
            <a:avLst/>
          </a:prstGeom>
          <a:noFill/>
          <a:ln w="9525" cap="flat">
            <a:solidFill>
              <a:srgbClr val="E4EAF0"/>
            </a:solidFill>
          </a:ln>
        </p:spPr>
        <p:txBody>
          <a:bodyPr/>
          <a:lstStyle/>
          <a:p>
            <a:endParaRPr lang="ko-KR" dirty="0"/>
          </a:p>
        </p:txBody>
      </p:sp>
      <p:sp>
        <p:nvSpPr>
          <p:cNvPr id="91" name="제목 강조 룰"/>
          <p:cNvSpPr/>
          <p:nvPr userDrawn="1"/>
        </p:nvSpPr>
        <p:spPr>
          <a:xfrm>
            <a:off x="929640" y="944880"/>
            <a:ext cx="685800" cy="0"/>
          </a:xfrm>
          <a:prstGeom prst="line">
            <a:avLst/>
          </a:prstGeom>
          <a:noFill/>
          <a:ln w="28575" cap="flat">
            <a:solidFill>
              <a:srgbClr val="2EC4D9"/>
            </a:solidFill>
          </a:ln>
        </p:spPr>
        <p:txBody>
          <a:bodyPr/>
          <a:lstStyle/>
          <a:p>
            <a:endParaRPr lang="ko-KR" dirty="0"/>
          </a:p>
        </p:txBody>
      </p:sp>
      <p:grpSp>
        <p:nvGrpSpPr>
          <p:cNvPr id="100" name="격자 패턴"/>
          <p:cNvGrpSpPr/>
          <p:nvPr userDrawn="1"/>
        </p:nvGrpSpPr>
        <p:grpSpPr>
          <a:xfrm>
            <a:off x="11029950" y="6076950"/>
            <a:ext cx="1009650" cy="628650"/>
            <a:chOff x="11029950" y="6076950"/>
            <a:chExt cx="1009650" cy="628650"/>
          </a:xfrm>
        </p:grpSpPr>
        <p:sp>
          <p:nvSpPr>
            <p:cNvPr id="101" name="점 101"/>
            <p:cNvSpPr/>
            <p:nvPr userDrawn="1"/>
          </p:nvSpPr>
          <p:spPr>
            <a:xfrm>
              <a:off x="11029950" y="6076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2" name="점 102"/>
            <p:cNvSpPr/>
            <p:nvPr userDrawn="1"/>
          </p:nvSpPr>
          <p:spPr>
            <a:xfrm>
              <a:off x="11220450" y="6076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3" name="점 103"/>
            <p:cNvSpPr/>
            <p:nvPr userDrawn="1"/>
          </p:nvSpPr>
          <p:spPr>
            <a:xfrm>
              <a:off x="11410950" y="6076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4" name="점 104"/>
            <p:cNvSpPr/>
            <p:nvPr userDrawn="1"/>
          </p:nvSpPr>
          <p:spPr>
            <a:xfrm>
              <a:off x="11601450" y="6076950"/>
              <a:ext cx="57150" cy="57150"/>
            </a:xfrm>
            <a:prstGeom prst="ellipse">
              <a:avLst/>
            </a:prstGeom>
            <a:solidFill>
              <a:srgbClr val="2EC4D9">
                <a:alpha val="5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5" name="점 105"/>
            <p:cNvSpPr/>
            <p:nvPr userDrawn="1"/>
          </p:nvSpPr>
          <p:spPr>
            <a:xfrm>
              <a:off x="11791950" y="6076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6" name="점 106"/>
            <p:cNvSpPr/>
            <p:nvPr userDrawn="1"/>
          </p:nvSpPr>
          <p:spPr>
            <a:xfrm>
              <a:off x="11982450" y="6076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7" name="점 107"/>
            <p:cNvSpPr/>
            <p:nvPr userDrawn="1"/>
          </p:nvSpPr>
          <p:spPr>
            <a:xfrm>
              <a:off x="11029950" y="6267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8" name="점 108"/>
            <p:cNvSpPr/>
            <p:nvPr userDrawn="1"/>
          </p:nvSpPr>
          <p:spPr>
            <a:xfrm>
              <a:off x="11220450" y="6267450"/>
              <a:ext cx="57150" cy="57150"/>
            </a:xfrm>
            <a:prstGeom prst="ellipse">
              <a:avLst/>
            </a:prstGeom>
            <a:solidFill>
              <a:srgbClr val="2EC4D9">
                <a:alpha val="5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9" name="점 109"/>
            <p:cNvSpPr/>
            <p:nvPr userDrawn="1"/>
          </p:nvSpPr>
          <p:spPr>
            <a:xfrm>
              <a:off x="11410950" y="6267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0" name="점 110"/>
            <p:cNvSpPr/>
            <p:nvPr userDrawn="1"/>
          </p:nvSpPr>
          <p:spPr>
            <a:xfrm>
              <a:off x="11601450" y="6267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1" name="점 111"/>
            <p:cNvSpPr/>
            <p:nvPr userDrawn="1"/>
          </p:nvSpPr>
          <p:spPr>
            <a:xfrm>
              <a:off x="11791950" y="6267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2" name="점 112"/>
            <p:cNvSpPr/>
            <p:nvPr userDrawn="1"/>
          </p:nvSpPr>
          <p:spPr>
            <a:xfrm>
              <a:off x="11982450" y="6267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3" name="점 113"/>
            <p:cNvSpPr/>
            <p:nvPr userDrawn="1"/>
          </p:nvSpPr>
          <p:spPr>
            <a:xfrm>
              <a:off x="110299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4" name="점 114"/>
            <p:cNvSpPr/>
            <p:nvPr userDrawn="1"/>
          </p:nvSpPr>
          <p:spPr>
            <a:xfrm>
              <a:off x="112204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5" name="점 115"/>
            <p:cNvSpPr/>
            <p:nvPr userDrawn="1"/>
          </p:nvSpPr>
          <p:spPr>
            <a:xfrm>
              <a:off x="114109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6" name="점 116"/>
            <p:cNvSpPr/>
            <p:nvPr userDrawn="1"/>
          </p:nvSpPr>
          <p:spPr>
            <a:xfrm>
              <a:off x="116014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7" name="점 117"/>
            <p:cNvSpPr/>
            <p:nvPr userDrawn="1"/>
          </p:nvSpPr>
          <p:spPr>
            <a:xfrm>
              <a:off x="117919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8" name="점 118"/>
            <p:cNvSpPr/>
            <p:nvPr userDrawn="1"/>
          </p:nvSpPr>
          <p:spPr>
            <a:xfrm>
              <a:off x="119824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9" name="점 119"/>
            <p:cNvSpPr/>
            <p:nvPr userDrawn="1"/>
          </p:nvSpPr>
          <p:spPr>
            <a:xfrm>
              <a:off x="11029950" y="6648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20" name="점 120"/>
            <p:cNvSpPr/>
            <p:nvPr userDrawn="1"/>
          </p:nvSpPr>
          <p:spPr>
            <a:xfrm>
              <a:off x="11220450" y="6648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21" name="점 121"/>
            <p:cNvSpPr/>
            <p:nvPr userDrawn="1"/>
          </p:nvSpPr>
          <p:spPr>
            <a:xfrm>
              <a:off x="11410950" y="6648450"/>
              <a:ext cx="57150" cy="57150"/>
            </a:xfrm>
            <a:prstGeom prst="ellipse">
              <a:avLst/>
            </a:prstGeom>
            <a:solidFill>
              <a:srgbClr val="2EC4D9">
                <a:alpha val="5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22" name="점 122"/>
            <p:cNvSpPr/>
            <p:nvPr userDrawn="1"/>
          </p:nvSpPr>
          <p:spPr>
            <a:xfrm>
              <a:off x="11601450" y="6648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23" name="점 123"/>
            <p:cNvSpPr/>
            <p:nvPr userDrawn="1"/>
          </p:nvSpPr>
          <p:spPr>
            <a:xfrm>
              <a:off x="11791950" y="6648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24" name="점 124"/>
            <p:cNvSpPr/>
            <p:nvPr userDrawn="1"/>
          </p:nvSpPr>
          <p:spPr>
            <a:xfrm>
              <a:off x="11982450" y="6648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</p:grp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33AFC0F6-4140-2489-D0A3-0A632697E4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6866"/>
            <a:ext cx="10515600" cy="6628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5E886E5-5DD8-BA48-583F-AAA217E8DD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423922"/>
            <a:ext cx="10515600" cy="475304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69862E1-2ECD-F622-0F74-FDC2E7199A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30000"/>
            <a:ext cx="3200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spc="20">
                <a:solidFill>
                  <a:srgbClr val="7E94A8"/>
                </a:solidFill>
                <a:latin typeface="+mn-lt"/>
                <a:ea typeface="+mn-ea"/>
              </a:defRPr>
            </a:lvl1pPr>
          </a:lstStyle>
          <a:p>
            <a:fld id="{75D61A29-800E-482A-B0FD-5A04401ECD92}" type="datetime1">
              <a:rPr lang="ko-KR" altLang="en-US" smtClean="0"/>
              <a:t>2026-08-31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F2E1796-7D1E-1254-446E-8BAA61680C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200000" y="633000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spc="20">
                <a:solidFill>
                  <a:srgbClr val="7E94A8"/>
                </a:solidFill>
                <a:latin typeface="+mn-lt"/>
                <a:ea typeface="+mn-ea"/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EB692A8-3D04-14CA-0956-516C70492A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30000"/>
            <a:ext cx="2286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spc="20">
                <a:solidFill>
                  <a:srgbClr val="7E94A8"/>
                </a:solidFill>
                <a:latin typeface="+mn-lt"/>
                <a:ea typeface="+mn-ea"/>
              </a:defRPr>
            </a:lvl1pPr>
          </a:lstStyle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46133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800" b="0" kern="1200" spc="-3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Clr>
          <a:srgbClr val="2EC4D9"/>
        </a:buClr>
        <a:buSzPct val="85000"/>
        <a:buFont typeface="Arial" panose="020B0604020202020204" pitchFamily="34" charset="0"/>
        <a:buChar char="▪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2400" kern="1200">
          <a:solidFill>
            <a:schemeClr val="tx1">
              <a:alpha val="88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8FB8C9"/>
        </a:buClr>
        <a:buSzPct val="80000"/>
        <a:buFont typeface="Arial" panose="020B0604020202020204" pitchFamily="34" charset="0"/>
        <a:buChar char="•"/>
        <a:defRPr sz="20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/>
              <a:t>Post-Quantum Cryptography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dirty="0"/>
              <a:t>14. Introduction to Hash-Based Signatures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+mj-lt"/>
              <a:buAutoNum type="arabicPeriod"/>
            </a:pPr>
            <a:r>
              <a:rPr sz="1800" dirty="0"/>
              <a:t>서명 스킴이란 무엇인가</a:t>
            </a:r>
          </a:p>
          <a:p>
            <a:pPr marL="342900" indent="-342900">
              <a:buFont typeface="+mj-lt"/>
              <a:buAutoNum type="arabicPeriod"/>
            </a:pPr>
            <a:r>
              <a:rPr sz="1800" dirty="0"/>
              <a:t>보안 정의</a:t>
            </a:r>
            <a:endParaRPr lang="en-US" sz="1800" dirty="0"/>
          </a:p>
          <a:p>
            <a:pPr marL="342900" indent="-342900">
              <a:buFont typeface="+mj-lt"/>
              <a:buAutoNum type="arabicPeriod"/>
            </a:pPr>
            <a:r>
              <a:rPr sz="1800" dirty="0"/>
              <a:t>서명 스킴의 세 계열</a:t>
            </a:r>
          </a:p>
          <a:p>
            <a:pPr marL="342900" indent="-342900">
              <a:buFont typeface="+mj-lt"/>
              <a:buAutoNum type="arabicPeriod"/>
            </a:pPr>
            <a:r>
              <a:rPr sz="1800" dirty="0"/>
              <a:t>해시 기반 서명 스킴</a:t>
            </a:r>
          </a:p>
          <a:p>
            <a:pPr marL="342900" indent="-342900">
              <a:buFont typeface="+mj-lt"/>
              <a:buAutoNum type="arabicPeriod"/>
            </a:pPr>
            <a:r>
              <a:rPr sz="1800" dirty="0"/>
              <a:t>표준화된 해시 기반 서명 스킴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</a:t>
            </a:fld>
            <a:endParaRPr lang="ko-KR" alt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서명의 목적: 인증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 dirty="0"/>
              <a:t>서명 스킴은 인증(authentication)을 위해 쓰인다</a:t>
            </a:r>
          </a:p>
          <a:p>
            <a:r>
              <a:rPr sz="1800" dirty="0"/>
              <a:t>데이터 무결성: 허가되지 않은 메시지 변조를 탐지한다</a:t>
            </a:r>
          </a:p>
          <a:p>
            <a:r>
              <a:rPr sz="1800" dirty="0"/>
              <a:t>데이터 출처 인증: 메시지를 보낸 주체의 신원을 검증한다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3</a:t>
            </a:fld>
            <a:endParaRPr lang="ko-KR" alt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서명 스킴의 세 알고리즘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 dirty="0"/>
              <a:t>서명 스킴은 세 개의 알고리즘으로 구성된다</a:t>
            </a:r>
          </a:p>
          <a:p>
            <a:r>
              <a:rPr sz="1800" dirty="0"/>
              <a:t>검증은 검증자가 Alice의 진짜 공개키를 가진다고 전제한다 (공개키 진위는 PKI의 몫)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4</a:t>
            </a:fld>
            <a:endParaRPr lang="ko-KR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8586584"/>
              </p:ext>
            </p:extLst>
          </p:nvPr>
        </p:nvGraphicFramePr>
        <p:xfrm>
          <a:off x="838200" y="2685746"/>
          <a:ext cx="105156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29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알고리즘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사용하는 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하는 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키 생성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공개키·개인키 쌍을 만든다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서명 생성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개인키 (서명 키)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메시지에 대한 서명을 만든다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서명 검증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공개키 (검증 키)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서명된 메시지가 진짜인지 판정한다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존재적 위조 불가능성 (EUF-CMA)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 dirty="0"/>
              <a:t>정의: 계산량이 제한된 공격자가 선택 메시지 공격을 하더라도 존재적으로 위조가 불가능하면 안전하다</a:t>
            </a:r>
          </a:p>
          <a:p>
            <a:r>
              <a:rPr sz="1800" dirty="0"/>
              <a:t>선택 메시지 공격: 공격자가 서명 오라클에 원하는 메시지의 서명을 자유롭게 얻는다</a:t>
            </a:r>
          </a:p>
          <a:p>
            <a:r>
              <a:rPr sz="1800" dirty="0"/>
              <a:t>존재적 위조: 오라클에 요청한 적 없는 메시지 하나에 대해 유효한 (m, σ) 쌍을 만든다</a:t>
            </a:r>
          </a:p>
          <a:p>
            <a:r>
              <a:rPr sz="1800" dirty="0"/>
              <a:t>많은 서명을 관찰해도 새로운 유효 서명을 만들 수 없다는 강한 보장이다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5</a:t>
            </a:fld>
            <a:endParaRPr lang="ko-KR" alt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세 계열과 양자 컴퓨터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 dirty="0"/>
              <a:t>오늘 가장 널리 쓰이는 서명 계열은 셋이다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6</a:t>
            </a:fld>
            <a:endParaRPr lang="ko-KR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5754171"/>
              </p:ext>
            </p:extLst>
          </p:nvPr>
        </p:nvGraphicFramePr>
        <p:xfrm>
          <a:off x="838200" y="2423160"/>
          <a:ext cx="105156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계열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대표 스킴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대규모 양자 컴퓨터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표준화 현황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RSA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RSA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완전히 붕괴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현행 표준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타원곡선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ECDSA, EdDSA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완전히 붕괴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현행 표준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격자 기반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Dilithium, Falcon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안전 (근거 문제는 최신)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Dilithium 완료, Falcon 예정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세 계열의 공통 의존성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 dirty="0"/>
              <a:t>RSA·타원곡선·격자 기반은 각각 수론 또는 격자 난제에 기반한다</a:t>
            </a:r>
          </a:p>
          <a:p>
            <a:r>
              <a:rPr sz="1800" dirty="0"/>
              <a:t>그런데 세 계열 모두 암호학적 해시 함수의 보안 속성에도 함께 의존한다</a:t>
            </a:r>
          </a:p>
          <a:p>
            <a:r>
              <a:rPr sz="1800" dirty="0"/>
              <a:t>해시 함수는 이미 신뢰의 기반이므로, 해시만으로 서명을 세우는 접근이 자연스럽다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7</a:t>
            </a:fld>
            <a:endParaRPr lang="ko-KR" alt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기원과 유일한 primitive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 dirty="0"/>
              <a:t>Leslie Lamport가 1976년에 처음 제안했다</a:t>
            </a:r>
          </a:p>
          <a:p>
            <a:r>
              <a:rPr sz="1800" dirty="0"/>
              <a:t>Robert Winternitz와 Ralph Merkle가 1979년에 핵심 개선을 더했다</a:t>
            </a:r>
          </a:p>
          <a:p>
            <a:r>
              <a:rPr sz="1800" dirty="0"/>
              <a:t>핵심 개념은 1970년대 것이지만 양자 저항성 덕분에 지금도 유효하다</a:t>
            </a:r>
          </a:p>
          <a:p>
            <a:r>
              <a:rPr sz="1800" dirty="0"/>
              <a:t>쓰이는 암호 primitive는 해시 함수 하나뿐이다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8</a:t>
            </a:fld>
            <a:endParaRPr lang="ko-KR" alt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장점과 단점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 dirty="0"/>
              <a:t>격자 기반은 근거 문제가 비교적 최신이라 장기 저항성에 추가 검증이 필요하다</a:t>
            </a:r>
          </a:p>
          <a:p>
            <a:r>
              <a:rPr sz="1800" dirty="0"/>
              <a:t>해시 기반은 수십 년간 연구된 표준 해시 속성에만 기댄다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9</a:t>
            </a:fld>
            <a:endParaRPr lang="ko-KR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47337434"/>
              </p:ext>
            </p:extLst>
          </p:nvPr>
        </p:nvGraphicFramePr>
        <p:xfrm>
          <a:off x="838200" y="2914346"/>
          <a:ext cx="105156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69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구분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내용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장점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고전·양자 공격 모두에 대해 보안이 잘 이해된다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단점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공개키와 서명의 크기가 크다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세 가지 표준 스킴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 dirty="0"/>
              <a:t>LMS = Leighton-Micali Signature scheme</a:t>
            </a:r>
          </a:p>
          <a:p>
            <a:r>
              <a:rPr sz="1800" dirty="0"/>
              <a:t>XMSS = eXtended Merkle Signature Scheme</a:t>
            </a:r>
          </a:p>
          <a:p>
            <a:r>
              <a:rPr sz="1800" dirty="0"/>
              <a:t>SPHINCS+ = FIPS 205에서 SLH-DSA로 표준화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10</a:t>
            </a:fld>
            <a:endParaRPr lang="ko-KR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9616980"/>
              </p:ext>
            </p:extLst>
          </p:nvPr>
        </p:nvGraphicFramePr>
        <p:xfrm>
          <a:off x="841248" y="3291840"/>
          <a:ext cx="105156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31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스킴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표준 문서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세부 규격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LMS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NIST SP 800-208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IETF RFC 8554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XMSS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NIST SP 800-208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IETF RFC 8391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SPHINCS+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FIPS 205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상태 유지형 vs 무상태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 dirty="0"/>
              <a:t>표준 스킴은 서명자가 상태(state)를 관리하는지에 따라 갈린다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11</a:t>
            </a:fld>
            <a:endParaRPr lang="ko-KR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4259285"/>
              </p:ext>
            </p:extLst>
          </p:nvPr>
        </p:nvGraphicFramePr>
        <p:xfrm>
          <a:off x="838200" y="2914346"/>
          <a:ext cx="105156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394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구분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스킴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서명자의 state 관리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상태 유지형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LMS, XMSS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필요 — 저장·갱신 오류 시 보안 붕괴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무상태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SPHINCS+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불필요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마무리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 dirty="0"/>
              <a:t>서명 스킴은 키 생성·서명·검증 세 알고리즘으로 인증을 제공한다</a:t>
            </a:r>
          </a:p>
          <a:p>
            <a:r>
              <a:rPr sz="1800" dirty="0"/>
              <a:t>보안 기준은 선택 메시지 공격 하 존재적 위조 불가능성이다</a:t>
            </a:r>
          </a:p>
          <a:p>
            <a:r>
              <a:rPr sz="1800" dirty="0"/>
              <a:t>RSA·타원곡선은 양자 컴퓨터에 붕괴하고, 격자 기반은 안전하나 근거 문제가 최신이다</a:t>
            </a:r>
          </a:p>
          <a:p>
            <a:r>
              <a:rPr sz="1800" dirty="0"/>
              <a:t>해시 기반은 해시 함수 하나에만 의존해 보안이 잘 이해되지만 키·서명이 크다</a:t>
            </a:r>
          </a:p>
          <a:p>
            <a:r>
              <a:rPr sz="1800" dirty="0"/>
              <a:t>표준은 LMS·XMSS(상태 유지형)와 SPHINCS+(무상태)이다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12</a:t>
            </a:fld>
            <a:endParaRPr lang="ko-KR" alt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PQC Navy">
      <a:dk1>
        <a:srgbClr val="0F2540"/>
      </a:dk1>
      <a:lt1>
        <a:srgbClr val="FFFFFF"/>
      </a:lt1>
      <a:dk2>
        <a:srgbClr val="0A1B2E"/>
      </a:dk2>
      <a:lt2>
        <a:srgbClr val="EEF3F7"/>
      </a:lt2>
      <a:accent1>
        <a:srgbClr val="2EC4D9"/>
      </a:accent1>
      <a:accent2>
        <a:srgbClr val="1B4B7A"/>
      </a:accent2>
      <a:accent3>
        <a:srgbClr val="5A7A96"/>
      </a:accent3>
      <a:accent4>
        <a:srgbClr val="F2A65A"/>
      </a:accent4>
      <a:accent5>
        <a:srgbClr val="8FB8C9"/>
      </a:accent5>
      <a:accent6>
        <a:srgbClr val="3F8F7A"/>
      </a:accent6>
      <a:hlink>
        <a:srgbClr val="1B7FA8"/>
      </a:hlink>
      <a:folHlink>
        <a:srgbClr val="5A7A96"/>
      </a:folHlink>
    </a:clrScheme>
    <a:fontScheme name="PQC">
      <a:majorFont>
        <a:latin typeface="Segoe UI" panose="020B05020402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 panose="020B05020402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3">
          <a:schemeClr val="lt1"/>
        </a:lnRef>
        <a:fillRef idx="1">
          <a:schemeClr val="accent6"/>
        </a:fillRef>
        <a:effectRef idx="1">
          <a:schemeClr val="accent6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3319</TotalTime>
  <Words>500</Words>
  <Application>Microsoft Office PowerPoint</Application>
  <PresentationFormat>와이드스크린</PresentationFormat>
  <Paragraphs>112</Paragraphs>
  <Slides>12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16" baseType="lpstr">
      <vt:lpstr>맑은 고딕</vt:lpstr>
      <vt:lpstr>Arial</vt:lpstr>
      <vt:lpstr>Segoe UI</vt:lpstr>
      <vt:lpstr>Office 테마</vt:lpstr>
      <vt:lpstr>Post-Quantum Cryptography</vt:lpstr>
      <vt:lpstr>Plan</vt:lpstr>
      <vt:lpstr>서명의 목적: 인증</vt:lpstr>
      <vt:lpstr>서명 스킴의 세 알고리즘</vt:lpstr>
      <vt:lpstr>존재적 위조 불가능성 (EUF-CMA)</vt:lpstr>
      <vt:lpstr>세 계열과 양자 컴퓨터</vt:lpstr>
      <vt:lpstr>세 계열의 공통 의존성</vt:lpstr>
      <vt:lpstr>기원과 유일한 primitive</vt:lpstr>
      <vt:lpstr>장점과 단점</vt:lpstr>
      <vt:lpstr>세 가지 표준 스킴</vt:lpstr>
      <vt:lpstr>상태 유지형 vs 무상태</vt:lpstr>
      <vt:lpstr>마무리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규빈 박</dc:creator>
  <cp:lastModifiedBy>규빈 박</cp:lastModifiedBy>
  <cp:revision>715</cp:revision>
  <dcterms:created xsi:type="dcterms:W3CDTF">2026-03-17T05:07:50Z</dcterms:created>
  <dcterms:modified xsi:type="dcterms:W3CDTF">2026-08-31T13:26:54Z</dcterms:modified>
</cp:coreProperties>
</file>