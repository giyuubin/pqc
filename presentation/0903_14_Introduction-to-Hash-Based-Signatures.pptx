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5" r:id="rId4"/>
    <p:sldId id="276" r:id="rId5"/>
    <p:sldId id="277" r:id="rId6"/>
    <p:sldId id="278" r:id="rId7"/>
    <p:sldId id="279" r:id="rId8"/>
    <p:sldId id="259" r:id="rId9"/>
    <p:sldId id="260" r:id="rId10"/>
    <p:sldId id="262" r:id="rId11"/>
    <p:sldId id="264" r:id="rId12"/>
    <p:sldId id="265" r:id="rId13"/>
    <p:sldId id="267" r:id="rId14"/>
    <p:sldId id="268" r:id="rId15"/>
    <p:sldId id="270" r:id="rId16"/>
    <p:sldId id="271" r:id="rId17"/>
    <p:sldId id="274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규빈 박" initials="규박" lastIdx="12" clrIdx="0">
    <p:extLst>
      <p:ext uri="{19B8F6BF-5375-455C-9EA6-DF929625EA0E}">
        <p15:presenceInfo xmlns:p15="http://schemas.microsoft.com/office/powerpoint/2012/main" userId="b405f47f44f6c5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92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B40C2-3351-40A2-B46D-4B4F877A79B2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BC5EA-D886-4875-B891-B25A6CC490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55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배경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4304F"/>
              </a:gs>
              <a:gs pos="60000">
                <a:srgbClr val="0F2540"/>
              </a:gs>
              <a:gs pos="100000">
                <a:srgbClr val="0A1B2E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ko-KR" dirty="0"/>
          </a:p>
        </p:txBody>
      </p:sp>
      <p:grpSp>
        <p:nvGrpSpPr>
          <p:cNvPr id="200" name="격자 패턴"/>
          <p:cNvGrpSpPr/>
          <p:nvPr userDrawn="1"/>
        </p:nvGrpSpPr>
        <p:grpSpPr>
          <a:xfrm>
            <a:off x="9900000" y="4700000"/>
            <a:ext cx="2108200" cy="2108200"/>
            <a:chOff x="9900000" y="4700000"/>
            <a:chExt cx="2108200" cy="2108200"/>
          </a:xfrm>
        </p:grpSpPr>
        <p:sp>
          <p:nvSpPr>
            <p:cNvPr id="201" name="점 201"/>
            <p:cNvSpPr/>
            <p:nvPr userDrawn="1"/>
          </p:nvSpPr>
          <p:spPr>
            <a:xfrm>
              <a:off x="9900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2" name="점 202"/>
            <p:cNvSpPr/>
            <p:nvPr userDrawn="1"/>
          </p:nvSpPr>
          <p:spPr>
            <a:xfrm>
              <a:off x="10154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3" name="점 203"/>
            <p:cNvSpPr/>
            <p:nvPr userDrawn="1"/>
          </p:nvSpPr>
          <p:spPr>
            <a:xfrm>
              <a:off x="10408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4" name="점 204"/>
            <p:cNvSpPr/>
            <p:nvPr userDrawn="1"/>
          </p:nvSpPr>
          <p:spPr>
            <a:xfrm>
              <a:off x="10662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5" name="점 205"/>
            <p:cNvSpPr/>
            <p:nvPr userDrawn="1"/>
          </p:nvSpPr>
          <p:spPr>
            <a:xfrm>
              <a:off x="10916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6" name="점 206"/>
            <p:cNvSpPr/>
            <p:nvPr userDrawn="1"/>
          </p:nvSpPr>
          <p:spPr>
            <a:xfrm>
              <a:off x="11170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7" name="점 207"/>
            <p:cNvSpPr/>
            <p:nvPr userDrawn="1"/>
          </p:nvSpPr>
          <p:spPr>
            <a:xfrm>
              <a:off x="11424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8" name="점 208"/>
            <p:cNvSpPr/>
            <p:nvPr userDrawn="1"/>
          </p:nvSpPr>
          <p:spPr>
            <a:xfrm>
              <a:off x="11678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09" name="점 209"/>
            <p:cNvSpPr/>
            <p:nvPr userDrawn="1"/>
          </p:nvSpPr>
          <p:spPr>
            <a:xfrm>
              <a:off x="11932000" y="47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0" name="점 210"/>
            <p:cNvSpPr/>
            <p:nvPr userDrawn="1"/>
          </p:nvSpPr>
          <p:spPr>
            <a:xfrm>
              <a:off x="9900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1" name="점 211"/>
            <p:cNvSpPr/>
            <p:nvPr userDrawn="1"/>
          </p:nvSpPr>
          <p:spPr>
            <a:xfrm>
              <a:off x="10154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2" name="점 212"/>
            <p:cNvSpPr/>
            <p:nvPr userDrawn="1"/>
          </p:nvSpPr>
          <p:spPr>
            <a:xfrm>
              <a:off x="10408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3" name="점 213"/>
            <p:cNvSpPr/>
            <p:nvPr userDrawn="1"/>
          </p:nvSpPr>
          <p:spPr>
            <a:xfrm>
              <a:off x="10662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4" name="점 214"/>
            <p:cNvSpPr/>
            <p:nvPr userDrawn="1"/>
          </p:nvSpPr>
          <p:spPr>
            <a:xfrm>
              <a:off x="10916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5" name="점 215"/>
            <p:cNvSpPr/>
            <p:nvPr userDrawn="1"/>
          </p:nvSpPr>
          <p:spPr>
            <a:xfrm>
              <a:off x="11170000" y="4954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6" name="점 216"/>
            <p:cNvSpPr/>
            <p:nvPr userDrawn="1"/>
          </p:nvSpPr>
          <p:spPr>
            <a:xfrm>
              <a:off x="11424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7" name="점 217"/>
            <p:cNvSpPr/>
            <p:nvPr userDrawn="1"/>
          </p:nvSpPr>
          <p:spPr>
            <a:xfrm>
              <a:off x="11678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8" name="점 218"/>
            <p:cNvSpPr/>
            <p:nvPr userDrawn="1"/>
          </p:nvSpPr>
          <p:spPr>
            <a:xfrm>
              <a:off x="11932000" y="49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19" name="점 219"/>
            <p:cNvSpPr/>
            <p:nvPr userDrawn="1"/>
          </p:nvSpPr>
          <p:spPr>
            <a:xfrm>
              <a:off x="9900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0" name="점 220"/>
            <p:cNvSpPr/>
            <p:nvPr userDrawn="1"/>
          </p:nvSpPr>
          <p:spPr>
            <a:xfrm>
              <a:off x="10154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1" name="점 221"/>
            <p:cNvSpPr/>
            <p:nvPr userDrawn="1"/>
          </p:nvSpPr>
          <p:spPr>
            <a:xfrm>
              <a:off x="10408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2" name="점 222"/>
            <p:cNvSpPr/>
            <p:nvPr userDrawn="1"/>
          </p:nvSpPr>
          <p:spPr>
            <a:xfrm>
              <a:off x="10662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3" name="점 223"/>
            <p:cNvSpPr/>
            <p:nvPr userDrawn="1"/>
          </p:nvSpPr>
          <p:spPr>
            <a:xfrm>
              <a:off x="10916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4" name="점 224"/>
            <p:cNvSpPr/>
            <p:nvPr userDrawn="1"/>
          </p:nvSpPr>
          <p:spPr>
            <a:xfrm>
              <a:off x="11170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5" name="점 225"/>
            <p:cNvSpPr/>
            <p:nvPr userDrawn="1"/>
          </p:nvSpPr>
          <p:spPr>
            <a:xfrm>
              <a:off x="11424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6" name="점 226"/>
            <p:cNvSpPr/>
            <p:nvPr userDrawn="1"/>
          </p:nvSpPr>
          <p:spPr>
            <a:xfrm>
              <a:off x="11678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7" name="점 227"/>
            <p:cNvSpPr/>
            <p:nvPr userDrawn="1"/>
          </p:nvSpPr>
          <p:spPr>
            <a:xfrm>
              <a:off x="11932000" y="52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8" name="점 228"/>
            <p:cNvSpPr/>
            <p:nvPr userDrawn="1"/>
          </p:nvSpPr>
          <p:spPr>
            <a:xfrm>
              <a:off x="9900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29" name="점 229"/>
            <p:cNvSpPr/>
            <p:nvPr userDrawn="1"/>
          </p:nvSpPr>
          <p:spPr>
            <a:xfrm>
              <a:off x="10154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0" name="점 230"/>
            <p:cNvSpPr/>
            <p:nvPr userDrawn="1"/>
          </p:nvSpPr>
          <p:spPr>
            <a:xfrm>
              <a:off x="10408000" y="5462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1" name="점 231"/>
            <p:cNvSpPr/>
            <p:nvPr userDrawn="1"/>
          </p:nvSpPr>
          <p:spPr>
            <a:xfrm>
              <a:off x="10662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2" name="점 232"/>
            <p:cNvSpPr/>
            <p:nvPr userDrawn="1"/>
          </p:nvSpPr>
          <p:spPr>
            <a:xfrm>
              <a:off x="10916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3" name="점 233"/>
            <p:cNvSpPr/>
            <p:nvPr userDrawn="1"/>
          </p:nvSpPr>
          <p:spPr>
            <a:xfrm>
              <a:off x="11170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4" name="점 234"/>
            <p:cNvSpPr/>
            <p:nvPr userDrawn="1"/>
          </p:nvSpPr>
          <p:spPr>
            <a:xfrm>
              <a:off x="11424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5" name="점 235"/>
            <p:cNvSpPr/>
            <p:nvPr userDrawn="1"/>
          </p:nvSpPr>
          <p:spPr>
            <a:xfrm>
              <a:off x="11678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6" name="점 236"/>
            <p:cNvSpPr/>
            <p:nvPr userDrawn="1"/>
          </p:nvSpPr>
          <p:spPr>
            <a:xfrm>
              <a:off x="11932000" y="54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7" name="점 237"/>
            <p:cNvSpPr/>
            <p:nvPr userDrawn="1"/>
          </p:nvSpPr>
          <p:spPr>
            <a:xfrm>
              <a:off x="9900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8" name="점 238"/>
            <p:cNvSpPr/>
            <p:nvPr userDrawn="1"/>
          </p:nvSpPr>
          <p:spPr>
            <a:xfrm>
              <a:off x="10154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39" name="점 239"/>
            <p:cNvSpPr/>
            <p:nvPr userDrawn="1"/>
          </p:nvSpPr>
          <p:spPr>
            <a:xfrm>
              <a:off x="10408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0" name="점 240"/>
            <p:cNvSpPr/>
            <p:nvPr userDrawn="1"/>
          </p:nvSpPr>
          <p:spPr>
            <a:xfrm>
              <a:off x="10662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1" name="점 241"/>
            <p:cNvSpPr/>
            <p:nvPr userDrawn="1"/>
          </p:nvSpPr>
          <p:spPr>
            <a:xfrm>
              <a:off x="10916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2" name="점 242"/>
            <p:cNvSpPr/>
            <p:nvPr userDrawn="1"/>
          </p:nvSpPr>
          <p:spPr>
            <a:xfrm>
              <a:off x="11170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3" name="점 243"/>
            <p:cNvSpPr/>
            <p:nvPr userDrawn="1"/>
          </p:nvSpPr>
          <p:spPr>
            <a:xfrm>
              <a:off x="11424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4" name="점 244"/>
            <p:cNvSpPr/>
            <p:nvPr userDrawn="1"/>
          </p:nvSpPr>
          <p:spPr>
            <a:xfrm>
              <a:off x="11678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5" name="점 245"/>
            <p:cNvSpPr/>
            <p:nvPr userDrawn="1"/>
          </p:nvSpPr>
          <p:spPr>
            <a:xfrm>
              <a:off x="11932000" y="57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6" name="점 246"/>
            <p:cNvSpPr/>
            <p:nvPr userDrawn="1"/>
          </p:nvSpPr>
          <p:spPr>
            <a:xfrm>
              <a:off x="9900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7" name="점 247"/>
            <p:cNvSpPr/>
            <p:nvPr userDrawn="1"/>
          </p:nvSpPr>
          <p:spPr>
            <a:xfrm>
              <a:off x="10154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8" name="점 248"/>
            <p:cNvSpPr/>
            <p:nvPr userDrawn="1"/>
          </p:nvSpPr>
          <p:spPr>
            <a:xfrm>
              <a:off x="10408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49" name="점 249"/>
            <p:cNvSpPr/>
            <p:nvPr userDrawn="1"/>
          </p:nvSpPr>
          <p:spPr>
            <a:xfrm>
              <a:off x="10662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0" name="점 250"/>
            <p:cNvSpPr/>
            <p:nvPr userDrawn="1"/>
          </p:nvSpPr>
          <p:spPr>
            <a:xfrm>
              <a:off x="10916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1" name="점 251"/>
            <p:cNvSpPr/>
            <p:nvPr userDrawn="1"/>
          </p:nvSpPr>
          <p:spPr>
            <a:xfrm>
              <a:off x="11170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2" name="점 252"/>
            <p:cNvSpPr/>
            <p:nvPr userDrawn="1"/>
          </p:nvSpPr>
          <p:spPr>
            <a:xfrm>
              <a:off x="11424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3" name="점 253"/>
            <p:cNvSpPr/>
            <p:nvPr userDrawn="1"/>
          </p:nvSpPr>
          <p:spPr>
            <a:xfrm>
              <a:off x="11678000" y="5970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4" name="점 254"/>
            <p:cNvSpPr/>
            <p:nvPr userDrawn="1"/>
          </p:nvSpPr>
          <p:spPr>
            <a:xfrm>
              <a:off x="11932000" y="59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5" name="점 255"/>
            <p:cNvSpPr/>
            <p:nvPr userDrawn="1"/>
          </p:nvSpPr>
          <p:spPr>
            <a:xfrm>
              <a:off x="9900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6" name="점 256"/>
            <p:cNvSpPr/>
            <p:nvPr userDrawn="1"/>
          </p:nvSpPr>
          <p:spPr>
            <a:xfrm>
              <a:off x="10154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7" name="점 257"/>
            <p:cNvSpPr/>
            <p:nvPr userDrawn="1"/>
          </p:nvSpPr>
          <p:spPr>
            <a:xfrm>
              <a:off x="10408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8" name="점 258"/>
            <p:cNvSpPr/>
            <p:nvPr userDrawn="1"/>
          </p:nvSpPr>
          <p:spPr>
            <a:xfrm>
              <a:off x="10662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59" name="점 259"/>
            <p:cNvSpPr/>
            <p:nvPr userDrawn="1"/>
          </p:nvSpPr>
          <p:spPr>
            <a:xfrm>
              <a:off x="10916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0" name="점 260"/>
            <p:cNvSpPr/>
            <p:nvPr userDrawn="1"/>
          </p:nvSpPr>
          <p:spPr>
            <a:xfrm>
              <a:off x="11170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1" name="점 261"/>
            <p:cNvSpPr/>
            <p:nvPr userDrawn="1"/>
          </p:nvSpPr>
          <p:spPr>
            <a:xfrm>
              <a:off x="11424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2" name="점 262"/>
            <p:cNvSpPr/>
            <p:nvPr userDrawn="1"/>
          </p:nvSpPr>
          <p:spPr>
            <a:xfrm>
              <a:off x="11678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3" name="점 263"/>
            <p:cNvSpPr/>
            <p:nvPr userDrawn="1"/>
          </p:nvSpPr>
          <p:spPr>
            <a:xfrm>
              <a:off x="11932000" y="62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4" name="점 264"/>
            <p:cNvSpPr/>
            <p:nvPr userDrawn="1"/>
          </p:nvSpPr>
          <p:spPr>
            <a:xfrm>
              <a:off x="9900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5" name="점 265"/>
            <p:cNvSpPr/>
            <p:nvPr userDrawn="1"/>
          </p:nvSpPr>
          <p:spPr>
            <a:xfrm>
              <a:off x="10154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6" name="점 266"/>
            <p:cNvSpPr/>
            <p:nvPr userDrawn="1"/>
          </p:nvSpPr>
          <p:spPr>
            <a:xfrm>
              <a:off x="10408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7" name="점 267"/>
            <p:cNvSpPr/>
            <p:nvPr userDrawn="1"/>
          </p:nvSpPr>
          <p:spPr>
            <a:xfrm>
              <a:off x="10662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8" name="점 268"/>
            <p:cNvSpPr/>
            <p:nvPr userDrawn="1"/>
          </p:nvSpPr>
          <p:spPr>
            <a:xfrm>
              <a:off x="10916000" y="6478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69" name="점 269"/>
            <p:cNvSpPr/>
            <p:nvPr userDrawn="1"/>
          </p:nvSpPr>
          <p:spPr>
            <a:xfrm>
              <a:off x="11170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0" name="점 270"/>
            <p:cNvSpPr/>
            <p:nvPr userDrawn="1"/>
          </p:nvSpPr>
          <p:spPr>
            <a:xfrm>
              <a:off x="11424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1" name="점 271"/>
            <p:cNvSpPr/>
            <p:nvPr userDrawn="1"/>
          </p:nvSpPr>
          <p:spPr>
            <a:xfrm>
              <a:off x="11678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2" name="점 272"/>
            <p:cNvSpPr/>
            <p:nvPr userDrawn="1"/>
          </p:nvSpPr>
          <p:spPr>
            <a:xfrm>
              <a:off x="11932000" y="64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3" name="점 273"/>
            <p:cNvSpPr/>
            <p:nvPr userDrawn="1"/>
          </p:nvSpPr>
          <p:spPr>
            <a:xfrm>
              <a:off x="9900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4" name="점 274"/>
            <p:cNvSpPr/>
            <p:nvPr userDrawn="1"/>
          </p:nvSpPr>
          <p:spPr>
            <a:xfrm>
              <a:off x="10154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5" name="점 275"/>
            <p:cNvSpPr/>
            <p:nvPr userDrawn="1"/>
          </p:nvSpPr>
          <p:spPr>
            <a:xfrm>
              <a:off x="10408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6" name="점 276"/>
            <p:cNvSpPr/>
            <p:nvPr userDrawn="1"/>
          </p:nvSpPr>
          <p:spPr>
            <a:xfrm>
              <a:off x="10662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7" name="점 277"/>
            <p:cNvSpPr/>
            <p:nvPr userDrawn="1"/>
          </p:nvSpPr>
          <p:spPr>
            <a:xfrm>
              <a:off x="10916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8" name="점 278"/>
            <p:cNvSpPr/>
            <p:nvPr userDrawn="1"/>
          </p:nvSpPr>
          <p:spPr>
            <a:xfrm>
              <a:off x="11170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79" name="점 279"/>
            <p:cNvSpPr/>
            <p:nvPr userDrawn="1"/>
          </p:nvSpPr>
          <p:spPr>
            <a:xfrm>
              <a:off x="11424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80" name="점 280"/>
            <p:cNvSpPr/>
            <p:nvPr userDrawn="1"/>
          </p:nvSpPr>
          <p:spPr>
            <a:xfrm>
              <a:off x="11678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281" name="점 281"/>
            <p:cNvSpPr/>
            <p:nvPr userDrawn="1"/>
          </p:nvSpPr>
          <p:spPr>
            <a:xfrm>
              <a:off x="11932000" y="673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</p:grpSp>
      <p:sp>
        <p:nvSpPr>
          <p:cNvPr id="85" name="히어로 강조 룰"/>
          <p:cNvSpPr/>
          <p:nvPr userDrawn="1"/>
        </p:nvSpPr>
        <p:spPr>
          <a:xfrm>
            <a:off x="1615440" y="2900040"/>
            <a:ext cx="762000" cy="0"/>
          </a:xfrm>
          <a:prstGeom prst="line">
            <a:avLst/>
          </a:prstGeom>
          <a:noFill/>
          <a:ln w="38100" cap="flat">
            <a:solidFill>
              <a:srgbClr val="2EC4D9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E38C119-E53F-2DA2-3F3A-62BF8070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38400"/>
            <a:ext cx="9525000" cy="1371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4000" b="0" spc="-40">
                <a:solidFill>
                  <a:srgbClr val="FFFFFF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BB6797-A87E-4BFE-C9F3-8C995A674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2400"/>
            <a:ext cx="9525000" cy="1143000"/>
          </a:xfrm>
        </p:spPr>
        <p:txBody>
          <a:bodyPr anchor="ctr">
            <a:normAutofit/>
          </a:bodyPr>
          <a:lstStyle>
            <a:lvl1pPr marL="0" indent="0" algn="l">
              <a:lnSpc>
                <a:spcPct val="115000"/>
              </a:lnSpc>
              <a:buNone/>
              <a:defRPr sz="2000">
                <a:solidFill>
                  <a:srgbClr val="8FB8C9"/>
                </a:solidFill>
              </a:defRPr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1BD7-7E65-3772-3007-1F34DBA0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2ADF637E-82D6-4563-BCF0-C9101F2B5148}" type="datetime1">
              <a:rPr lang="ko-KR" altLang="en-US" smtClean="0"/>
              <a:pPr/>
              <a:t>2026-08-31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F5ED1-6997-CD09-21BF-44F1DD23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0E17D-D377-3A02-4E70-6AAE5C12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77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1FD09-61A8-64FE-609A-5BC9FD80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 anchor="b">
            <a:normAutofit/>
          </a:bodyPr>
          <a:lstStyle>
            <a:lvl1pPr algn="l">
              <a:defRPr sz="2800" b="0" spc="-3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10CA-AA0F-BD51-5B8E-5AE0726F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000" b="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600"/>
            </a:lvl3pPr>
            <a:lvl4pPr>
              <a:lnSpc>
                <a:spcPct val="150000"/>
              </a:lnSpc>
              <a:defRPr sz="1400"/>
            </a:lvl4pPr>
            <a:lvl5pPr>
              <a:lnSpc>
                <a:spcPct val="150000"/>
              </a:lnSpc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4F1B2-7ED6-C36F-405B-74D10A4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58CD677-7AD2-4A27-94BD-C65458D22428}" type="datetime1">
              <a:rPr lang="ko-KR" altLang="en-US" smtClean="0"/>
              <a:pPr/>
              <a:t>2026-08-31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54CE5-BA49-9B1F-44F6-BB68039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38A2D4-3867-488E-A04E-7BFFCAED45A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497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배경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4304F"/>
              </a:gs>
              <a:gs pos="60000">
                <a:srgbClr val="0F2540"/>
              </a:gs>
              <a:gs pos="100000">
                <a:srgbClr val="0A1B2E"/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ko-KR" dirty="0"/>
          </a:p>
        </p:txBody>
      </p:sp>
      <p:grpSp>
        <p:nvGrpSpPr>
          <p:cNvPr id="300" name="격자 패턴"/>
          <p:cNvGrpSpPr/>
          <p:nvPr userDrawn="1"/>
        </p:nvGrpSpPr>
        <p:grpSpPr>
          <a:xfrm>
            <a:off x="10033800" y="4300000"/>
            <a:ext cx="2108200" cy="1854200"/>
            <a:chOff x="10033800" y="4300000"/>
            <a:chExt cx="2108200" cy="1854200"/>
          </a:xfrm>
        </p:grpSpPr>
        <p:sp>
          <p:nvSpPr>
            <p:cNvPr id="301" name="점 301"/>
            <p:cNvSpPr/>
            <p:nvPr userDrawn="1"/>
          </p:nvSpPr>
          <p:spPr>
            <a:xfrm>
              <a:off x="10033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2" name="점 302"/>
            <p:cNvSpPr/>
            <p:nvPr userDrawn="1"/>
          </p:nvSpPr>
          <p:spPr>
            <a:xfrm>
              <a:off x="10287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3" name="점 303"/>
            <p:cNvSpPr/>
            <p:nvPr userDrawn="1"/>
          </p:nvSpPr>
          <p:spPr>
            <a:xfrm>
              <a:off x="10541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4" name="점 304"/>
            <p:cNvSpPr/>
            <p:nvPr userDrawn="1"/>
          </p:nvSpPr>
          <p:spPr>
            <a:xfrm>
              <a:off x="10795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5" name="점 305"/>
            <p:cNvSpPr/>
            <p:nvPr userDrawn="1"/>
          </p:nvSpPr>
          <p:spPr>
            <a:xfrm>
              <a:off x="11049800" y="4300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6" name="점 306"/>
            <p:cNvSpPr/>
            <p:nvPr userDrawn="1"/>
          </p:nvSpPr>
          <p:spPr>
            <a:xfrm>
              <a:off x="11303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7" name="점 307"/>
            <p:cNvSpPr/>
            <p:nvPr userDrawn="1"/>
          </p:nvSpPr>
          <p:spPr>
            <a:xfrm>
              <a:off x="11557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8" name="점 308"/>
            <p:cNvSpPr/>
            <p:nvPr userDrawn="1"/>
          </p:nvSpPr>
          <p:spPr>
            <a:xfrm>
              <a:off x="11811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09" name="점 309"/>
            <p:cNvSpPr/>
            <p:nvPr userDrawn="1"/>
          </p:nvSpPr>
          <p:spPr>
            <a:xfrm>
              <a:off x="12065800" y="430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0" name="점 310"/>
            <p:cNvSpPr/>
            <p:nvPr userDrawn="1"/>
          </p:nvSpPr>
          <p:spPr>
            <a:xfrm>
              <a:off x="10033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1" name="점 311"/>
            <p:cNvSpPr/>
            <p:nvPr userDrawn="1"/>
          </p:nvSpPr>
          <p:spPr>
            <a:xfrm>
              <a:off x="10287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2" name="점 312"/>
            <p:cNvSpPr/>
            <p:nvPr userDrawn="1"/>
          </p:nvSpPr>
          <p:spPr>
            <a:xfrm>
              <a:off x="10541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3" name="점 313"/>
            <p:cNvSpPr/>
            <p:nvPr userDrawn="1"/>
          </p:nvSpPr>
          <p:spPr>
            <a:xfrm>
              <a:off x="10795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4" name="점 314"/>
            <p:cNvSpPr/>
            <p:nvPr userDrawn="1"/>
          </p:nvSpPr>
          <p:spPr>
            <a:xfrm>
              <a:off x="11049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5" name="점 315"/>
            <p:cNvSpPr/>
            <p:nvPr userDrawn="1"/>
          </p:nvSpPr>
          <p:spPr>
            <a:xfrm>
              <a:off x="11303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6" name="점 316"/>
            <p:cNvSpPr/>
            <p:nvPr userDrawn="1"/>
          </p:nvSpPr>
          <p:spPr>
            <a:xfrm>
              <a:off x="11557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7" name="점 317"/>
            <p:cNvSpPr/>
            <p:nvPr userDrawn="1"/>
          </p:nvSpPr>
          <p:spPr>
            <a:xfrm>
              <a:off x="11811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8" name="점 318"/>
            <p:cNvSpPr/>
            <p:nvPr userDrawn="1"/>
          </p:nvSpPr>
          <p:spPr>
            <a:xfrm>
              <a:off x="12065800" y="455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19" name="점 319"/>
            <p:cNvSpPr/>
            <p:nvPr userDrawn="1"/>
          </p:nvSpPr>
          <p:spPr>
            <a:xfrm>
              <a:off x="10033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0" name="점 320"/>
            <p:cNvSpPr/>
            <p:nvPr userDrawn="1"/>
          </p:nvSpPr>
          <p:spPr>
            <a:xfrm>
              <a:off x="10287800" y="4808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1" name="점 321"/>
            <p:cNvSpPr/>
            <p:nvPr userDrawn="1"/>
          </p:nvSpPr>
          <p:spPr>
            <a:xfrm>
              <a:off x="10541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2" name="점 322"/>
            <p:cNvSpPr/>
            <p:nvPr userDrawn="1"/>
          </p:nvSpPr>
          <p:spPr>
            <a:xfrm>
              <a:off x="10795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3" name="점 323"/>
            <p:cNvSpPr/>
            <p:nvPr userDrawn="1"/>
          </p:nvSpPr>
          <p:spPr>
            <a:xfrm>
              <a:off x="11049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4" name="점 324"/>
            <p:cNvSpPr/>
            <p:nvPr userDrawn="1"/>
          </p:nvSpPr>
          <p:spPr>
            <a:xfrm>
              <a:off x="11303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5" name="점 325"/>
            <p:cNvSpPr/>
            <p:nvPr userDrawn="1"/>
          </p:nvSpPr>
          <p:spPr>
            <a:xfrm>
              <a:off x="11557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6" name="점 326"/>
            <p:cNvSpPr/>
            <p:nvPr userDrawn="1"/>
          </p:nvSpPr>
          <p:spPr>
            <a:xfrm>
              <a:off x="11811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7" name="점 327"/>
            <p:cNvSpPr/>
            <p:nvPr userDrawn="1"/>
          </p:nvSpPr>
          <p:spPr>
            <a:xfrm>
              <a:off x="12065800" y="480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8" name="점 328"/>
            <p:cNvSpPr/>
            <p:nvPr userDrawn="1"/>
          </p:nvSpPr>
          <p:spPr>
            <a:xfrm>
              <a:off x="10033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29" name="점 329"/>
            <p:cNvSpPr/>
            <p:nvPr userDrawn="1"/>
          </p:nvSpPr>
          <p:spPr>
            <a:xfrm>
              <a:off x="10287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0" name="점 330"/>
            <p:cNvSpPr/>
            <p:nvPr userDrawn="1"/>
          </p:nvSpPr>
          <p:spPr>
            <a:xfrm>
              <a:off x="10541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1" name="점 331"/>
            <p:cNvSpPr/>
            <p:nvPr userDrawn="1"/>
          </p:nvSpPr>
          <p:spPr>
            <a:xfrm>
              <a:off x="10795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2" name="점 332"/>
            <p:cNvSpPr/>
            <p:nvPr userDrawn="1"/>
          </p:nvSpPr>
          <p:spPr>
            <a:xfrm>
              <a:off x="11049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3" name="점 333"/>
            <p:cNvSpPr/>
            <p:nvPr userDrawn="1"/>
          </p:nvSpPr>
          <p:spPr>
            <a:xfrm>
              <a:off x="11303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4" name="점 334"/>
            <p:cNvSpPr/>
            <p:nvPr userDrawn="1"/>
          </p:nvSpPr>
          <p:spPr>
            <a:xfrm>
              <a:off x="11557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5" name="점 335"/>
            <p:cNvSpPr/>
            <p:nvPr userDrawn="1"/>
          </p:nvSpPr>
          <p:spPr>
            <a:xfrm>
              <a:off x="11811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6" name="점 336"/>
            <p:cNvSpPr/>
            <p:nvPr userDrawn="1"/>
          </p:nvSpPr>
          <p:spPr>
            <a:xfrm>
              <a:off x="12065800" y="5062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7" name="점 337"/>
            <p:cNvSpPr/>
            <p:nvPr userDrawn="1"/>
          </p:nvSpPr>
          <p:spPr>
            <a:xfrm>
              <a:off x="10033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8" name="점 338"/>
            <p:cNvSpPr/>
            <p:nvPr userDrawn="1"/>
          </p:nvSpPr>
          <p:spPr>
            <a:xfrm>
              <a:off x="10287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39" name="점 339"/>
            <p:cNvSpPr/>
            <p:nvPr userDrawn="1"/>
          </p:nvSpPr>
          <p:spPr>
            <a:xfrm>
              <a:off x="10541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0" name="점 340"/>
            <p:cNvSpPr/>
            <p:nvPr userDrawn="1"/>
          </p:nvSpPr>
          <p:spPr>
            <a:xfrm>
              <a:off x="10795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1" name="점 341"/>
            <p:cNvSpPr/>
            <p:nvPr userDrawn="1"/>
          </p:nvSpPr>
          <p:spPr>
            <a:xfrm>
              <a:off x="11049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2" name="점 342"/>
            <p:cNvSpPr/>
            <p:nvPr userDrawn="1"/>
          </p:nvSpPr>
          <p:spPr>
            <a:xfrm>
              <a:off x="11303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3" name="점 343"/>
            <p:cNvSpPr/>
            <p:nvPr userDrawn="1"/>
          </p:nvSpPr>
          <p:spPr>
            <a:xfrm>
              <a:off x="11557800" y="5316000"/>
              <a:ext cx="76200" cy="76200"/>
            </a:xfrm>
            <a:prstGeom prst="ellipse">
              <a:avLst/>
            </a:prstGeom>
            <a:solidFill>
              <a:srgbClr val="2EC4D9">
                <a:alpha val="6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4" name="점 344"/>
            <p:cNvSpPr/>
            <p:nvPr userDrawn="1"/>
          </p:nvSpPr>
          <p:spPr>
            <a:xfrm>
              <a:off x="11811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5" name="점 345"/>
            <p:cNvSpPr/>
            <p:nvPr userDrawn="1"/>
          </p:nvSpPr>
          <p:spPr>
            <a:xfrm>
              <a:off x="12065800" y="5316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6" name="점 346"/>
            <p:cNvSpPr/>
            <p:nvPr userDrawn="1"/>
          </p:nvSpPr>
          <p:spPr>
            <a:xfrm>
              <a:off x="10033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7" name="점 347"/>
            <p:cNvSpPr/>
            <p:nvPr userDrawn="1"/>
          </p:nvSpPr>
          <p:spPr>
            <a:xfrm>
              <a:off x="10287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8" name="점 348"/>
            <p:cNvSpPr/>
            <p:nvPr userDrawn="1"/>
          </p:nvSpPr>
          <p:spPr>
            <a:xfrm>
              <a:off x="10541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49" name="점 349"/>
            <p:cNvSpPr/>
            <p:nvPr userDrawn="1"/>
          </p:nvSpPr>
          <p:spPr>
            <a:xfrm>
              <a:off x="10795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0" name="점 350"/>
            <p:cNvSpPr/>
            <p:nvPr userDrawn="1"/>
          </p:nvSpPr>
          <p:spPr>
            <a:xfrm>
              <a:off x="11049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1" name="점 351"/>
            <p:cNvSpPr/>
            <p:nvPr userDrawn="1"/>
          </p:nvSpPr>
          <p:spPr>
            <a:xfrm>
              <a:off x="11303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2" name="점 352"/>
            <p:cNvSpPr/>
            <p:nvPr userDrawn="1"/>
          </p:nvSpPr>
          <p:spPr>
            <a:xfrm>
              <a:off x="11557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3" name="점 353"/>
            <p:cNvSpPr/>
            <p:nvPr userDrawn="1"/>
          </p:nvSpPr>
          <p:spPr>
            <a:xfrm>
              <a:off x="11811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4" name="점 354"/>
            <p:cNvSpPr/>
            <p:nvPr userDrawn="1"/>
          </p:nvSpPr>
          <p:spPr>
            <a:xfrm>
              <a:off x="12065800" y="5570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5" name="점 355"/>
            <p:cNvSpPr/>
            <p:nvPr userDrawn="1"/>
          </p:nvSpPr>
          <p:spPr>
            <a:xfrm>
              <a:off x="10033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6" name="점 356"/>
            <p:cNvSpPr/>
            <p:nvPr userDrawn="1"/>
          </p:nvSpPr>
          <p:spPr>
            <a:xfrm>
              <a:off x="10287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7" name="점 357"/>
            <p:cNvSpPr/>
            <p:nvPr userDrawn="1"/>
          </p:nvSpPr>
          <p:spPr>
            <a:xfrm>
              <a:off x="10541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8" name="점 358"/>
            <p:cNvSpPr/>
            <p:nvPr userDrawn="1"/>
          </p:nvSpPr>
          <p:spPr>
            <a:xfrm>
              <a:off x="10795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59" name="점 359"/>
            <p:cNvSpPr/>
            <p:nvPr userDrawn="1"/>
          </p:nvSpPr>
          <p:spPr>
            <a:xfrm>
              <a:off x="11049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0" name="점 360"/>
            <p:cNvSpPr/>
            <p:nvPr userDrawn="1"/>
          </p:nvSpPr>
          <p:spPr>
            <a:xfrm>
              <a:off x="11303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1" name="점 361"/>
            <p:cNvSpPr/>
            <p:nvPr userDrawn="1"/>
          </p:nvSpPr>
          <p:spPr>
            <a:xfrm>
              <a:off x="11557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2" name="점 362"/>
            <p:cNvSpPr/>
            <p:nvPr userDrawn="1"/>
          </p:nvSpPr>
          <p:spPr>
            <a:xfrm>
              <a:off x="11811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3" name="점 363"/>
            <p:cNvSpPr/>
            <p:nvPr userDrawn="1"/>
          </p:nvSpPr>
          <p:spPr>
            <a:xfrm>
              <a:off x="12065800" y="5824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4" name="점 364"/>
            <p:cNvSpPr/>
            <p:nvPr userDrawn="1"/>
          </p:nvSpPr>
          <p:spPr>
            <a:xfrm>
              <a:off x="10033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5" name="점 365"/>
            <p:cNvSpPr/>
            <p:nvPr userDrawn="1"/>
          </p:nvSpPr>
          <p:spPr>
            <a:xfrm>
              <a:off x="10287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6" name="점 366"/>
            <p:cNvSpPr/>
            <p:nvPr userDrawn="1"/>
          </p:nvSpPr>
          <p:spPr>
            <a:xfrm>
              <a:off x="10541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7" name="점 367"/>
            <p:cNvSpPr/>
            <p:nvPr userDrawn="1"/>
          </p:nvSpPr>
          <p:spPr>
            <a:xfrm>
              <a:off x="10795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8" name="점 368"/>
            <p:cNvSpPr/>
            <p:nvPr userDrawn="1"/>
          </p:nvSpPr>
          <p:spPr>
            <a:xfrm>
              <a:off x="11049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69" name="점 369"/>
            <p:cNvSpPr/>
            <p:nvPr userDrawn="1"/>
          </p:nvSpPr>
          <p:spPr>
            <a:xfrm>
              <a:off x="11303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70" name="점 370"/>
            <p:cNvSpPr/>
            <p:nvPr userDrawn="1"/>
          </p:nvSpPr>
          <p:spPr>
            <a:xfrm>
              <a:off x="11557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71" name="점 371"/>
            <p:cNvSpPr/>
            <p:nvPr userDrawn="1"/>
          </p:nvSpPr>
          <p:spPr>
            <a:xfrm>
              <a:off x="11811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372" name="점 372"/>
            <p:cNvSpPr/>
            <p:nvPr userDrawn="1"/>
          </p:nvSpPr>
          <p:spPr>
            <a:xfrm>
              <a:off x="12065800" y="6078000"/>
              <a:ext cx="76200" cy="76200"/>
            </a:xfrm>
            <a:prstGeom prst="ellipse">
              <a:avLst/>
            </a:prstGeom>
            <a:solidFill>
              <a:srgbClr val="8FB8C9">
                <a:alpha val="16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</p:grpSp>
      <p:sp>
        <p:nvSpPr>
          <p:cNvPr id="85" name="구역 강조 룰"/>
          <p:cNvSpPr/>
          <p:nvPr userDrawn="1"/>
        </p:nvSpPr>
        <p:spPr>
          <a:xfrm>
            <a:off x="929640" y="2971800"/>
            <a:ext cx="762000" cy="0"/>
          </a:xfrm>
          <a:prstGeom prst="line">
            <a:avLst/>
          </a:prstGeom>
          <a:noFill/>
          <a:ln w="38100" cap="flat">
            <a:solidFill>
              <a:srgbClr val="2EC4D9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1E2741-8F1E-BB08-8064-ABB3B517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0"/>
            <a:ext cx="10515600" cy="800100"/>
          </a:xfrm>
        </p:spPr>
        <p:txBody>
          <a:bodyPr anchor="b"/>
          <a:lstStyle>
            <a:lvl1pPr algn="l">
              <a:defRPr sz="4400" b="0" spc="-4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217DB-F68B-0B02-0EE9-FC6D375A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62400"/>
            <a:ext cx="10515600" cy="1143000"/>
          </a:xfrm>
        </p:spPr>
        <p:txBody>
          <a:bodyPr/>
          <a:lstStyle>
            <a:lvl1pPr marL="0" indent="0">
              <a:buNone/>
              <a:defRPr sz="2400">
                <a:solidFill>
                  <a:srgbClr val="8FB8C9"/>
                </a:solidFill>
              </a:defRPr>
            </a:lvl1pPr>
            <a:lvl2pPr marL="457200" indent="0">
              <a:buNone/>
              <a:defRPr sz="2000">
                <a:solidFill>
                  <a:srgbClr val="8FB8C9"/>
                </a:solidFill>
              </a:defRPr>
            </a:lvl2pPr>
            <a:lvl3pPr marL="914400" indent="0">
              <a:buNone/>
              <a:defRPr sz="1800">
                <a:solidFill>
                  <a:srgbClr val="8FB8C9"/>
                </a:solidFill>
              </a:defRPr>
            </a:lvl3pPr>
            <a:lvl4pPr marL="1371600" indent="0">
              <a:buNone/>
              <a:defRPr sz="1600">
                <a:solidFill>
                  <a:srgbClr val="8FB8C9"/>
                </a:solidFill>
              </a:defRPr>
            </a:lvl4pPr>
            <a:lvl5pPr marL="1828800" indent="0">
              <a:buNone/>
              <a:defRPr sz="1600">
                <a:solidFill>
                  <a:srgbClr val="8FB8C9"/>
                </a:solidFill>
              </a:defRPr>
            </a:lvl5pPr>
            <a:lvl6pPr marL="2286000" indent="0">
              <a:buNone/>
              <a:defRPr sz="1600">
                <a:solidFill>
                  <a:srgbClr val="8FB8C9"/>
                </a:solidFill>
              </a:defRPr>
            </a:lvl6pPr>
            <a:lvl7pPr marL="2743200" indent="0">
              <a:buNone/>
              <a:defRPr sz="1600">
                <a:solidFill>
                  <a:srgbClr val="8FB8C9"/>
                </a:solidFill>
              </a:defRPr>
            </a:lvl7pPr>
            <a:lvl8pPr marL="3200400" indent="0">
              <a:buNone/>
              <a:defRPr sz="1600">
                <a:solidFill>
                  <a:srgbClr val="8FB8C9"/>
                </a:solidFill>
              </a:defRPr>
            </a:lvl8pPr>
            <a:lvl9pPr marL="3657600" indent="0">
              <a:buNone/>
              <a:defRPr sz="1600">
                <a:solidFill>
                  <a:srgbClr val="8FB8C9"/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4ECD6-4F10-FAB4-9EC7-0A9BDDBB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2BEF52EC-B397-4D0A-AE91-E0D6840C85A1}" type="datetime1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89ED4-E191-9BE2-6362-00E940AF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22432-D7EA-093F-001B-BC7E0D4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rgbClr val="5A7A96"/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473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2A7E8-82BA-7B6E-F6E9-A98D3EC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AEFAB5-2BD5-B266-2B90-5DF6C6BE7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C97A80-9CA9-6C9D-98D1-D8A82989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A760F-4119-02E0-9047-FD4EFB03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6007-6A42-4C9B-B218-6A32B3A38C67}" type="datetime1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B3A7E-6DE5-9DF0-CCF3-4E150621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64016-7B2A-6313-FDC2-8FA33EAC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708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4C69-8E55-E9AE-CBD6-A0F2276D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86DB8-CC8D-914E-CEFA-5DF480196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176446-C17B-7FD5-8DB2-B98280114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5D4D2A-9477-8669-492E-C33F3E9CD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BF0716-4A26-4EAB-6A93-C6203A80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F37FBA-7D77-22F4-B534-1653B07A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58DF-8B5F-4351-A42C-BF3495DE7ABE}" type="datetime1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DA361B-5E51-3A84-F540-036EB166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D90B8D-AC97-0E06-ED03-C9645D4A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78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235F-156B-75D6-B91A-2D25D5F3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98CE0-1B1D-EF93-936A-A286EA5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9C48-8150-4FAB-8BEF-6AD61CFC9BBE}" type="datetime1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4DC0FF-921E-80C0-450A-7B40575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F709D-D3DC-4D1F-45FC-9F2F2C18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298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4D47D0-9EAC-3C67-62F1-6CC1BEC6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1DBCF-1091-470D-AC72-5CF3D00280AC}" type="datetime1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5CACA-850A-EA99-2A04-D33838FC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4249E-807B-C0AC-5C11-E3AD439D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909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F82BF-B27F-0EAB-B809-971BA3CE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868F8-4EB2-B804-3AD6-7256AF1C6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E5F92-B2C2-8AB1-01C1-ED72DF18A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3173C-11BF-A2F6-F013-5937884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AE7C-57FB-4DBB-B90C-59145D637BF6}" type="datetime1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47E49-717B-A5BA-FB22-E4F74A0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ED0F3-0EAE-43B7-F5D2-9F776B23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23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DE7BB-65A1-98A0-61B2-9BA86EB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93FC40-79A0-A826-1CA9-EE7B1B8BF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9879E-8AC3-D682-707C-4CCA3AC0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7A2B9-9192-6241-C6C5-2D7D678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92253-43A0-46E3-918E-3929407A8C01}" type="datetime1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7311CB-F5C2-2F43-5CDB-47B621D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E252D-5421-B82E-B9DC-97D8A4F1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434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5921C-217D-706E-B4C1-8C4B415A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49194-22FD-90CC-72D7-93BB89EBF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72F4-8B76-D6AF-7D51-73F34661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78607-39E6-4CB2-B3CB-AB428B3B6195}" type="datetime1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3EEA5-CFF1-3A25-3757-289E51F2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A5D0D-C1A0-3A92-3E15-E7442EE1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984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4A25BF-197E-B63E-7A73-089055E7B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D6C20F-2716-6230-FC15-8E28D820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C15CE-BE12-96E8-58E3-B89CE71B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A2F2-325F-46A6-8956-F2A49A35BAF8}" type="datetime1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C669E-1E2D-2737-7F44-4EF88AEE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D9548-61EF-5EA9-3163-3C25E928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979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제목 헤어라인"/>
          <p:cNvSpPr/>
          <p:nvPr userDrawn="1"/>
        </p:nvSpPr>
        <p:spPr>
          <a:xfrm>
            <a:off x="929640" y="944880"/>
            <a:ext cx="10332720" cy="0"/>
          </a:xfrm>
          <a:prstGeom prst="line">
            <a:avLst/>
          </a:prstGeom>
          <a:noFill/>
          <a:ln w="9525" cap="flat">
            <a:solidFill>
              <a:srgbClr val="E4EAF0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91" name="제목 강조 룰"/>
          <p:cNvSpPr/>
          <p:nvPr userDrawn="1"/>
        </p:nvSpPr>
        <p:spPr>
          <a:xfrm>
            <a:off x="929640" y="944880"/>
            <a:ext cx="685800" cy="0"/>
          </a:xfrm>
          <a:prstGeom prst="line">
            <a:avLst/>
          </a:prstGeom>
          <a:noFill/>
          <a:ln w="28575" cap="flat">
            <a:solidFill>
              <a:srgbClr val="2EC4D9"/>
            </a:solidFill>
          </a:ln>
        </p:spPr>
        <p:txBody>
          <a:bodyPr/>
          <a:lstStyle/>
          <a:p>
            <a:endParaRPr lang="ko-KR" dirty="0"/>
          </a:p>
        </p:txBody>
      </p:sp>
      <p:grpSp>
        <p:nvGrpSpPr>
          <p:cNvPr id="100" name="격자 패턴"/>
          <p:cNvGrpSpPr/>
          <p:nvPr userDrawn="1"/>
        </p:nvGrpSpPr>
        <p:grpSpPr>
          <a:xfrm>
            <a:off x="11029950" y="6076950"/>
            <a:ext cx="1009650" cy="628650"/>
            <a:chOff x="11029950" y="6076950"/>
            <a:chExt cx="1009650" cy="628650"/>
          </a:xfrm>
        </p:grpSpPr>
        <p:sp>
          <p:nvSpPr>
            <p:cNvPr id="101" name="점 101"/>
            <p:cNvSpPr/>
            <p:nvPr userDrawn="1"/>
          </p:nvSpPr>
          <p:spPr>
            <a:xfrm>
              <a:off x="11029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2" name="점 102"/>
            <p:cNvSpPr/>
            <p:nvPr userDrawn="1"/>
          </p:nvSpPr>
          <p:spPr>
            <a:xfrm>
              <a:off x="112204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3" name="점 103"/>
            <p:cNvSpPr/>
            <p:nvPr userDrawn="1"/>
          </p:nvSpPr>
          <p:spPr>
            <a:xfrm>
              <a:off x="11410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4" name="점 104"/>
            <p:cNvSpPr/>
            <p:nvPr userDrawn="1"/>
          </p:nvSpPr>
          <p:spPr>
            <a:xfrm>
              <a:off x="11601450" y="60769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5" name="점 105"/>
            <p:cNvSpPr/>
            <p:nvPr userDrawn="1"/>
          </p:nvSpPr>
          <p:spPr>
            <a:xfrm>
              <a:off x="117919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6" name="점 106"/>
            <p:cNvSpPr/>
            <p:nvPr userDrawn="1"/>
          </p:nvSpPr>
          <p:spPr>
            <a:xfrm>
              <a:off x="11982450" y="6076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7" name="점 107"/>
            <p:cNvSpPr/>
            <p:nvPr userDrawn="1"/>
          </p:nvSpPr>
          <p:spPr>
            <a:xfrm>
              <a:off x="11029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8" name="점 108"/>
            <p:cNvSpPr/>
            <p:nvPr userDrawn="1"/>
          </p:nvSpPr>
          <p:spPr>
            <a:xfrm>
              <a:off x="11220450" y="62674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09" name="점 109"/>
            <p:cNvSpPr/>
            <p:nvPr userDrawn="1"/>
          </p:nvSpPr>
          <p:spPr>
            <a:xfrm>
              <a:off x="11410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0" name="점 110"/>
            <p:cNvSpPr/>
            <p:nvPr userDrawn="1"/>
          </p:nvSpPr>
          <p:spPr>
            <a:xfrm>
              <a:off x="116014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1" name="점 111"/>
            <p:cNvSpPr/>
            <p:nvPr userDrawn="1"/>
          </p:nvSpPr>
          <p:spPr>
            <a:xfrm>
              <a:off x="117919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2" name="점 112"/>
            <p:cNvSpPr/>
            <p:nvPr userDrawn="1"/>
          </p:nvSpPr>
          <p:spPr>
            <a:xfrm>
              <a:off x="11982450" y="6267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3" name="점 113"/>
            <p:cNvSpPr/>
            <p:nvPr userDrawn="1"/>
          </p:nvSpPr>
          <p:spPr>
            <a:xfrm>
              <a:off x="11029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4" name="점 114"/>
            <p:cNvSpPr/>
            <p:nvPr userDrawn="1"/>
          </p:nvSpPr>
          <p:spPr>
            <a:xfrm>
              <a:off x="11220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5" name="점 115"/>
            <p:cNvSpPr/>
            <p:nvPr userDrawn="1"/>
          </p:nvSpPr>
          <p:spPr>
            <a:xfrm>
              <a:off x="11410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6" name="점 116"/>
            <p:cNvSpPr/>
            <p:nvPr userDrawn="1"/>
          </p:nvSpPr>
          <p:spPr>
            <a:xfrm>
              <a:off x="11601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7" name="점 117"/>
            <p:cNvSpPr/>
            <p:nvPr userDrawn="1"/>
          </p:nvSpPr>
          <p:spPr>
            <a:xfrm>
              <a:off x="117919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8" name="점 118"/>
            <p:cNvSpPr/>
            <p:nvPr userDrawn="1"/>
          </p:nvSpPr>
          <p:spPr>
            <a:xfrm>
              <a:off x="11982450" y="64579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19" name="점 119"/>
            <p:cNvSpPr/>
            <p:nvPr userDrawn="1"/>
          </p:nvSpPr>
          <p:spPr>
            <a:xfrm>
              <a:off x="110299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20" name="점 120"/>
            <p:cNvSpPr/>
            <p:nvPr userDrawn="1"/>
          </p:nvSpPr>
          <p:spPr>
            <a:xfrm>
              <a:off x="11220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21" name="점 121"/>
            <p:cNvSpPr/>
            <p:nvPr userDrawn="1"/>
          </p:nvSpPr>
          <p:spPr>
            <a:xfrm>
              <a:off x="11410950" y="6648450"/>
              <a:ext cx="57150" cy="57150"/>
            </a:xfrm>
            <a:prstGeom prst="ellipse">
              <a:avLst/>
            </a:prstGeom>
            <a:solidFill>
              <a:srgbClr val="2EC4D9">
                <a:alpha val="50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22" name="점 122"/>
            <p:cNvSpPr/>
            <p:nvPr userDrawn="1"/>
          </p:nvSpPr>
          <p:spPr>
            <a:xfrm>
              <a:off x="11601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23" name="점 123"/>
            <p:cNvSpPr/>
            <p:nvPr userDrawn="1"/>
          </p:nvSpPr>
          <p:spPr>
            <a:xfrm>
              <a:off x="117919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  <p:sp>
          <p:nvSpPr>
            <p:cNvPr id="124" name="점 124"/>
            <p:cNvSpPr/>
            <p:nvPr userDrawn="1"/>
          </p:nvSpPr>
          <p:spPr>
            <a:xfrm>
              <a:off x="11982450" y="6648450"/>
              <a:ext cx="57150" cy="57150"/>
            </a:xfrm>
            <a:prstGeom prst="ellipse">
              <a:avLst/>
            </a:prstGeom>
            <a:solidFill>
              <a:srgbClr val="0F2540">
                <a:alpha val="13000"/>
              </a:srgbClr>
            </a:solidFill>
            <a:ln>
              <a:noFill/>
            </a:ln>
          </p:spPr>
          <p:txBody>
            <a:bodyPr/>
            <a:lstStyle/>
            <a:p>
              <a:endParaRPr lang="ko-KR" dirty="0"/>
            </a:p>
          </p:txBody>
        </p:sp>
      </p:grp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AFC0F6-4140-2489-D0A3-0A632697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66"/>
            <a:ext cx="10515600" cy="662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886E5-5DD8-BA48-583F-AAA217E8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922"/>
            <a:ext cx="10515600" cy="47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862E1-2ECD-F622-0F74-FDC2E7199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3000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fld id="{75D61A29-800E-482A-B0FD-5A04401ECD92}" type="datetime1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E1796-7D1E-1254-446E-8BAA61680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000" y="6330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692A8-3D04-14CA-0956-516C70492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30000"/>
            <a:ext cx="228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20">
                <a:solidFill>
                  <a:srgbClr val="7E94A8"/>
                </a:solidFill>
                <a:latin typeface="+mn-lt"/>
                <a:ea typeface="+mn-ea"/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61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800" b="0" kern="1200" spc="-3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Clr>
          <a:srgbClr val="2EC4D9"/>
        </a:buClr>
        <a:buSzPct val="85000"/>
        <a:buFont typeface="Arial" panose="020B0604020202020204" pitchFamily="34" charset="0"/>
        <a:buChar char="▪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2400" kern="1200">
          <a:solidFill>
            <a:schemeClr val="tx1">
              <a:alpha val="8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8FB8C9"/>
        </a:buClr>
        <a:buSzPct val="80000"/>
        <a:buFont typeface="Arial" panose="020B0604020202020204" pitchFamily="34" charset="0"/>
        <a:buChar char="•"/>
        <a:defRPr sz="20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Clr>
          <a:srgbClr val="5A7A96"/>
        </a:buClr>
        <a:buSzPct val="100000"/>
        <a:buFont typeface="Arial" panose="020B0604020202020204" pitchFamily="34" charset="0"/>
        <a:buChar char="–"/>
        <a:defRPr sz="1800" kern="1200">
          <a:solidFill>
            <a:schemeClr val="tx1">
              <a:alpha val="72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Post-Quantum Cryptography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14. Introduction to Hash-Based Signatures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800" dirty="0"/>
              <a:t>NTT </a:t>
            </a:r>
            <a:r>
              <a:rPr lang="ko-KR" altLang="en-US" sz="1800" dirty="0"/>
              <a:t>정리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sz="1800" dirty="0"/>
              <a:t>서명 스킴이란 무엇인가</a:t>
            </a:r>
          </a:p>
          <a:p>
            <a:pPr marL="342900" indent="-342900">
              <a:buFont typeface="+mj-lt"/>
              <a:buAutoNum type="arabicPeriod"/>
            </a:pPr>
            <a:r>
              <a:rPr sz="1800" dirty="0"/>
              <a:t>보안 정의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sz="1800" dirty="0"/>
              <a:t>서명 스킴의 세 계열</a:t>
            </a:r>
          </a:p>
          <a:p>
            <a:pPr marL="342900" indent="-342900">
              <a:buFont typeface="+mj-lt"/>
              <a:buAutoNum type="arabicPeriod"/>
            </a:pPr>
            <a:r>
              <a:rPr sz="1800" dirty="0"/>
              <a:t>해시 기반 서명 스킴</a:t>
            </a:r>
          </a:p>
          <a:p>
            <a:pPr marL="342900" indent="-342900">
              <a:buFont typeface="+mj-lt"/>
              <a:buAutoNum type="arabicPeriod"/>
            </a:pPr>
            <a:r>
              <a:rPr sz="1800" dirty="0"/>
              <a:t>표준화된 해시 기반 서명 스킴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NTT </a:t>
            </a:r>
            <a:r>
              <a:rPr lang="ko-KR" altLang="en-US" dirty="0"/>
              <a:t>정리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The Number-Theoretic Transform (NTT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</a:t>
            </a:fld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왜 NTT인가: 다항식 곱셈이라는 병목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Kyber·Dilithium의 연산은 모두 다항식 링 위에서 이뤄진다</a:t>
            </a:r>
          </a:p>
          <a:p>
            <a:r>
              <a:rPr sz="1800" dirty="0"/>
              <a:t>무거운 부분은 전부 "행렬 × 벡터", 그 기본 단위는 다항식 곱 하나</a:t>
            </a:r>
          </a:p>
          <a:p>
            <a:r>
              <a:rPr sz="1800" dirty="0"/>
              <a:t>다항식 덧셈은 계수별 덧셈이라 싸다</a:t>
            </a:r>
          </a:p>
          <a:p>
            <a:r>
              <a:rPr sz="1800" dirty="0"/>
              <a:t>곱셈은 모든 항끼리 곱해야 해서 비용이 항 개수의 제곱에 비례한다</a:t>
            </a:r>
          </a:p>
          <a:p>
            <a:r>
              <a:rPr sz="1800" dirty="0"/>
              <a:t>항 256개 → 곱셈 한 번에 약 6만 5천 번의 수 곱셈, 스킴 전체 속도를 지배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A46F72F-96D3-B281-C381-858B6C6D4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152753"/>
            <a:ext cx="8177463" cy="25423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핵심 아이디어: </a:t>
            </a:r>
            <a:r>
              <a:rPr lang="ko-KR" altLang="en-US" dirty="0"/>
              <a:t>표현을 바꾸면 곱셈이 쉬워진다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다항식을 "계수 목록" 대신 "여러 점에서의 함숫값 목록"으로 본다</a:t>
            </a:r>
          </a:p>
          <a:p>
            <a:r>
              <a:rPr sz="1800" dirty="0"/>
              <a:t>함숫값 표현에서는 곱셈이 같은 위치끼리의 곱(점별 곱)이 된다</a:t>
            </a:r>
          </a:p>
          <a:p>
            <a:r>
              <a:rPr sz="1800" dirty="0"/>
              <a:t>절차: NTT로 옮긴다 → 점별로 곱한다 → 역NTT(역변환)로 되돌린다</a:t>
            </a:r>
          </a:p>
          <a:p>
            <a:r>
              <a:rPr sz="1800" dirty="0"/>
              <a:t>복소수 FFT를 "소수로 나눈 나머지" 위에서 한 것 → 이름이 "수론적 변환"</a:t>
            </a:r>
          </a:p>
          <a:p>
            <a:r>
              <a:rPr sz="1800" dirty="0"/>
              <a:t>변환 자체도 분할정복으로 빠르게 계산된다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7B7D7DA-35E2-AAA7-5A38-8BE14BC27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340112"/>
            <a:ext cx="8334864" cy="1989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결과</a:t>
            </a:r>
            <a:r>
              <a:rPr lang="en-US" altLang="ko-KR" dirty="0"/>
              <a:t>:</a:t>
            </a:r>
            <a:r>
              <a:rPr lang="ko-KR" altLang="en-US" dirty="0"/>
              <a:t> 얼마나 빨라지고</a:t>
            </a:r>
            <a:r>
              <a:rPr lang="en-US" altLang="ko-KR" dirty="0"/>
              <a:t>,</a:t>
            </a:r>
            <a:r>
              <a:rPr lang="ko-KR" altLang="en-US" dirty="0"/>
              <a:t> 무엇이 그대로인가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곱셈 비용이 "항 개수의 제곱"에서 "항 개수 × 로그" 수준으로 내려간다</a:t>
            </a:r>
          </a:p>
          <a:p>
            <a:r>
              <a:rPr sz="1800" dirty="0"/>
              <a:t>항 256개에서 실측 약 100배 이상 (Dilithium 서명 기준 약 120배)</a:t>
            </a:r>
          </a:p>
          <a:p>
            <a:r>
              <a:rPr sz="1800" dirty="0"/>
              <a:t>추가 메모리도 거의 없다(제자리 계산) → 하드웨어·임베디드에 유리</a:t>
            </a:r>
          </a:p>
          <a:p>
            <a:r>
              <a:rPr sz="1800" dirty="0"/>
              <a:t>NTT는 순수한 구현 최적화 — 계산 값도 안전성 논리도 그대로, 더 빠를 뿐</a:t>
            </a:r>
          </a:p>
          <a:p>
            <a:r>
              <a:rPr sz="1800" dirty="0"/>
              <a:t>Kyber·Dilithium 구현에서 NTT는 필수 (Kyber는 변형 NTT² 사용, 아이디어는 동일)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</a:t>
            </a:fld>
            <a:endParaRPr lang="ko-KR" alt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720AB3D1-0773-4ABB-35A9-F45358452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225925"/>
            <a:ext cx="5191125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2AC1AD2-1BC1-31FE-1CB4-3295AFE66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382" y="4707470"/>
            <a:ext cx="4036360" cy="14557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Introduction to Hash-Based Signatures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7</a:t>
            </a:fld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서명의 목적: 인증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서명 스킴은 인증(authentication)을 위해 쓰인다</a:t>
            </a:r>
          </a:p>
          <a:p>
            <a:r>
              <a:rPr sz="1800" dirty="0"/>
              <a:t>데이터 무결성: 허가되지 않은 메시지 변조를 탐지한다</a:t>
            </a:r>
          </a:p>
          <a:p>
            <a:r>
              <a:rPr sz="1800" dirty="0"/>
              <a:t>데이터 출처 인증: 메시지를 보낸 주체의 신원을 검증한다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8</a:t>
            </a:fld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서명 스킴의 세 알고리즘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서명 스킴은 세 개의 알고리즘으로 구성된다</a:t>
            </a:r>
          </a:p>
          <a:p>
            <a:r>
              <a:rPr sz="1800" dirty="0"/>
              <a:t>검증은 검증자가 Alice의 진짜 공개키를 가진다고 전제한다 (공개키 진위는 PKI의 몫)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9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586584"/>
              </p:ext>
            </p:extLst>
          </p:nvPr>
        </p:nvGraphicFramePr>
        <p:xfrm>
          <a:off x="838200" y="2685746"/>
          <a:ext cx="10515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알고리즘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사용하는 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하는 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키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공개키·개인키 쌍을 만든다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서명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개인키 (서명 키)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메시지에 대한 서명을 만든다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서명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공개키 (검증 키)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서명된 메시지가 진짜인지 판정한다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존재적 위조 불가능성 (EUF-CMA)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정의: 계산량이 제한된 공격자가 선택 메시지 공격을 하더라도 존재적으로 위조가 불가능하면 안전하다</a:t>
            </a:r>
          </a:p>
          <a:p>
            <a:r>
              <a:rPr sz="1800" dirty="0"/>
              <a:t>선택 메시지 공격: 공격자가 서명 오라클에 원하는 메시지의 서명을 자유롭게 얻는다</a:t>
            </a:r>
          </a:p>
          <a:p>
            <a:r>
              <a:rPr sz="1800" dirty="0"/>
              <a:t>존재적 위조: 오라클에 요청한 적 없는 메시지 하나에 대해 유효한 (m, σ) 쌍을 만든다</a:t>
            </a:r>
          </a:p>
          <a:p>
            <a:r>
              <a:rPr sz="1800" dirty="0"/>
              <a:t>많은 서명을 관찰해도 새로운 유효 서명을 만들 수 없다는 강한 보장이다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10</a:t>
            </a:fld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세 계열과 양자 컴퓨터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오늘 가장 널리 쓰이는 서명 계열은 셋이다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11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754171"/>
              </p:ext>
            </p:extLst>
          </p:nvPr>
        </p:nvGraphicFramePr>
        <p:xfrm>
          <a:off x="838200" y="242316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계열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대표 스킴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대규모 양자 컴퓨터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표준화 현황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RSA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RSA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완전히 붕괴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현행 표준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타원곡선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ECDSA, EdDSA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완전히 붕괴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현행 표준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격자 기반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Dilithium, Falcon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안전 (근거 문제는 최신)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Dilithium 완료, Falcon 예정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세 계열의 공통 의존성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RSA·타원곡선·격자 기반은 각각 수론 또는 격자 난제에 기반한다</a:t>
            </a:r>
          </a:p>
          <a:p>
            <a:r>
              <a:rPr sz="1800" dirty="0"/>
              <a:t>그런데 세 계열 모두 암호학적 해시 함수의 보안 속성에도 함께 의존한다</a:t>
            </a:r>
          </a:p>
          <a:p>
            <a:r>
              <a:rPr sz="1800" dirty="0"/>
              <a:t>해시 함수는 이미 신뢰의 기반이므로, 해시만으로 서명을 세우는 접근이 자연스럽다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12</a:t>
            </a:fld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기원과 유일한 primitive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Leslie Lamport가 1976년에 처음 제안했다</a:t>
            </a:r>
          </a:p>
          <a:p>
            <a:r>
              <a:rPr sz="1800" dirty="0"/>
              <a:t>Robert Winternitz와 Ralph Merkle가 1979년에 핵심 개선을 더했다</a:t>
            </a:r>
          </a:p>
          <a:p>
            <a:r>
              <a:rPr sz="1800" dirty="0"/>
              <a:t>핵심 개념은 1970년대 것이지만 양자 저항성 덕분에 지금도 유효하다</a:t>
            </a:r>
          </a:p>
          <a:p>
            <a:r>
              <a:rPr sz="1800" dirty="0"/>
              <a:t>쓰이는 암호 primitive는 해시 함수 하나뿐이다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13</a:t>
            </a:fld>
            <a:endParaRPr lang="ko-KR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장점과 단점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격자 기반은 근거 문제가 비교적 최신이라 장기 저항성에 추가 검증이 필요하다</a:t>
            </a:r>
          </a:p>
          <a:p>
            <a:r>
              <a:rPr sz="1800" dirty="0"/>
              <a:t>해시 기반은 수십 년간 연구된 표준 해시 속성에만 기댄다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14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337434"/>
              </p:ext>
            </p:extLst>
          </p:nvPr>
        </p:nvGraphicFramePr>
        <p:xfrm>
          <a:off x="838200" y="2914346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장점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고전·양자 공격 모두에 대해 보안이 잘 이해된다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단점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공개키와 서명의 크기가 크다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세 가지 표준 스킴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LMS = Leighton-Micali Signature scheme</a:t>
            </a:r>
          </a:p>
          <a:p>
            <a:r>
              <a:rPr sz="1800" dirty="0"/>
              <a:t>XMSS = eXtended Merkle Signature Scheme</a:t>
            </a:r>
          </a:p>
          <a:p>
            <a:r>
              <a:rPr sz="1800" dirty="0"/>
              <a:t>SPHINCS+ = FIPS 205에서 SLH-DSA로 표준화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15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616980"/>
              </p:ext>
            </p:extLst>
          </p:nvPr>
        </p:nvGraphicFramePr>
        <p:xfrm>
          <a:off x="841248" y="329184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스킴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표준 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세부 규격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LMS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NIST SP 800-208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IETF RFC 8554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XMSS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NIST SP 800-208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IETF RFC 8391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SPHINCS+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FIPS 205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상태 유지형 vs 무상태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표준 스킴은 서명자가 상태(state)를 관리하는지에 따라 갈린다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16</a:t>
            </a:fld>
            <a:endParaRPr lang="ko-KR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59285"/>
              </p:ext>
            </p:extLst>
          </p:nvPr>
        </p:nvGraphicFramePr>
        <p:xfrm>
          <a:off x="838200" y="2914346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스킴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서명자의 state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상태 유지형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LMS, XMSS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필요 — 저장·갱신 오류 시 보안 붕괴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무상태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SPHINCS+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불필요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마무리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서명 스킴은 키 생성·서명·검증 세 알고리즘으로 인증을 제공한다</a:t>
            </a:r>
          </a:p>
          <a:p>
            <a:r>
              <a:rPr sz="1800" dirty="0"/>
              <a:t>보안 기준은 선택 메시지 공격 하 존재적 위조 불가능성이다</a:t>
            </a:r>
          </a:p>
          <a:p>
            <a:r>
              <a:rPr sz="1800" dirty="0"/>
              <a:t>RSA·타원곡선은 양자 컴퓨터에 붕괴하고, 격자 기반은 안전하나 근거 문제가 최신이다</a:t>
            </a:r>
          </a:p>
          <a:p>
            <a:r>
              <a:rPr sz="1800" dirty="0"/>
              <a:t>해시 기반은 해시 함수 하나에만 의존해 보안이 잘 이해되지만 키·서명이 크다</a:t>
            </a:r>
          </a:p>
          <a:p>
            <a:r>
              <a:rPr sz="1800" dirty="0"/>
              <a:t>표준은 LMS·XMSS(상태 유지형)와 SPHINCS+(무상태)이다</a:t>
            </a:r>
          </a:p>
        </p:txBody>
      </p:sp>
      <p:sp>
        <p:nvSpPr>
          <p:cNvPr id="4" name="슬라이드 번호 개체 틀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17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PQC Navy">
      <a:dk1>
        <a:srgbClr val="0F2540"/>
      </a:dk1>
      <a:lt1>
        <a:srgbClr val="FFFFFF"/>
      </a:lt1>
      <a:dk2>
        <a:srgbClr val="0A1B2E"/>
      </a:dk2>
      <a:lt2>
        <a:srgbClr val="EEF3F7"/>
      </a:lt2>
      <a:accent1>
        <a:srgbClr val="2EC4D9"/>
      </a:accent1>
      <a:accent2>
        <a:srgbClr val="1B4B7A"/>
      </a:accent2>
      <a:accent3>
        <a:srgbClr val="5A7A96"/>
      </a:accent3>
      <a:accent4>
        <a:srgbClr val="F2A65A"/>
      </a:accent4>
      <a:accent5>
        <a:srgbClr val="8FB8C9"/>
      </a:accent5>
      <a:accent6>
        <a:srgbClr val="3F8F7A"/>
      </a:accent6>
      <a:hlink>
        <a:srgbClr val="1B7FA8"/>
      </a:hlink>
      <a:folHlink>
        <a:srgbClr val="5A7A96"/>
      </a:folHlink>
    </a:clrScheme>
    <a:fontScheme name="PQC">
      <a:majorFont>
        <a:latin typeface="Segoe UI" panose="020B05020402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B05020402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3330</TotalTime>
  <Words>740</Words>
  <Application>Microsoft Office PowerPoint</Application>
  <PresentationFormat>와이드스크린</PresentationFormat>
  <Paragraphs>139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Segoe UI</vt:lpstr>
      <vt:lpstr>Office 테마</vt:lpstr>
      <vt:lpstr>Post-Quantum Cryptography</vt:lpstr>
      <vt:lpstr>Plan</vt:lpstr>
      <vt:lpstr>NTT 정리</vt:lpstr>
      <vt:lpstr>왜 NTT인가: 다항식 곱셈이라는 병목</vt:lpstr>
      <vt:lpstr>핵심 아이디어: 표현을 바꾸면 곱셈이 쉬워진다</vt:lpstr>
      <vt:lpstr>결과: 얼마나 빨라지고, 무엇이 그대로인가</vt:lpstr>
      <vt:lpstr>Introduction to Hash-Based Signatures</vt:lpstr>
      <vt:lpstr>서명의 목적: 인증</vt:lpstr>
      <vt:lpstr>서명 스킴의 세 알고리즘</vt:lpstr>
      <vt:lpstr>존재적 위조 불가능성 (EUF-CMA)</vt:lpstr>
      <vt:lpstr>세 계열과 양자 컴퓨터</vt:lpstr>
      <vt:lpstr>세 계열의 공통 의존성</vt:lpstr>
      <vt:lpstr>기원과 유일한 primitive</vt:lpstr>
      <vt:lpstr>장점과 단점</vt:lpstr>
      <vt:lpstr>세 가지 표준 스킴</vt:lpstr>
      <vt:lpstr>상태 유지형 vs 무상태</vt:lpstr>
      <vt:lpstr>마무리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규빈 박</dc:creator>
  <cp:lastModifiedBy>규빈 박</cp:lastModifiedBy>
  <cp:revision>733</cp:revision>
  <dcterms:created xsi:type="dcterms:W3CDTF">2026-03-17T05:07:50Z</dcterms:created>
  <dcterms:modified xsi:type="dcterms:W3CDTF">2026-08-31T14:09:17Z</dcterms:modified>
</cp:coreProperties>
</file>