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5" r:id="rId4"/>
    <p:sldId id="276" r:id="rId5"/>
    <p:sldId id="277" r:id="rId6"/>
    <p:sldId id="280" r:id="rId7"/>
    <p:sldId id="281" r:id="rId8"/>
    <p:sldId id="278" r:id="rId9"/>
    <p:sldId id="279" r:id="rId10"/>
    <p:sldId id="259" r:id="rId11"/>
    <p:sldId id="260" r:id="rId12"/>
    <p:sldId id="262" r:id="rId13"/>
    <p:sldId id="264" r:id="rId14"/>
    <p:sldId id="265" r:id="rId15"/>
    <p:sldId id="267" r:id="rId16"/>
    <p:sldId id="268" r:id="rId17"/>
    <p:sldId id="270" r:id="rId18"/>
    <p:sldId id="271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NTT</a:t>
            </a:r>
            <a:r>
              <a:rPr lang="ko-KR" altLang="en-US" dirty="0"/>
              <a:t>가 무엇을 다루는 장치인지만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6746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14. Introduction to Hash-Based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1800" dirty="0"/>
              <a:t>NTT </a:t>
            </a:r>
            <a:r>
              <a:rPr lang="ko-KR" altLang="en-US" sz="1800" dirty="0"/>
              <a:t>정리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스킴이란 무엇인가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보안 정의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스킴의 세 계열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해시 기반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표준화된 해시 기반 서명 스킴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NTT </a:t>
            </a:r>
            <a:r>
              <a:rPr lang="ko-KR" altLang="en-US" dirty="0"/>
              <a:t>정리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The Number-Theoretic Transform (NTT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왜 NTT인가: 다항식 곱셈이라는 병목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Kyber·Dilithium의 무거운 연산은 전부 "행렬 × 벡터", 그 기본 단위는 다항식 곱 하나</a:t>
            </a:r>
          </a:p>
          <a:p>
            <a:r>
              <a:rPr sz="1800" dirty="0"/>
              <a:t>덧셈은 계수별이라 싸지만, 곱셈은 모든 항끼리 곱해야 해서 비용이 항 개수의 제곱에 비례</a:t>
            </a:r>
          </a:p>
          <a:p>
            <a:r>
              <a:rPr sz="1800" dirty="0"/>
              <a:t>항 256개 → 곱 한 번에 약 6만 5천 번의 수 곱셈, 스킴 전체 속도를 지배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A46F72F-96D3-B281-C381-858B6C6D4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268" y="3429000"/>
            <a:ext cx="8177463" cy="25423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핵심 아이디어: 표현을 바꾸면 곱셈이 점별 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다항식을 "계수 목록" 대신 "여러 점에서의 함숫값 목록"으로 본다 — 두 표현은 서로 오갈 수 있다</a:t>
            </a:r>
            <a:br>
              <a:rPr lang="en-US" sz="1800" dirty="0"/>
            </a:br>
            <a:r>
              <a:rPr sz="1800" dirty="0"/>
              <a:t>(평가 ↔ 보간)</a:t>
            </a:r>
          </a:p>
          <a:p>
            <a:r>
              <a:rPr sz="1800" dirty="0"/>
              <a:t>함숫값 표현에서 곱셈은 같은 위치끼리의 곱(점별 곱) → 제곱이 아니라 항 개수에 비례</a:t>
            </a:r>
          </a:p>
          <a:p>
            <a:r>
              <a:rPr sz="1800" dirty="0"/>
              <a:t>복소수 FFT를 "소수로 나눈 나머지" 위에서 한 것 → 이름이 "수론적 변환"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459383"/>
              </p:ext>
            </p:extLst>
          </p:nvPr>
        </p:nvGraphicFramePr>
        <p:xfrm>
          <a:off x="841248" y="3645866"/>
          <a:ext cx="10512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4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4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담고 있는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곱셈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계수 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계수 n개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항 개수의 제곱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함숫값 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여러 점에서의 함숫값 n개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항 개수에 비례 (점별 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NTT를 빠르게: 반씩 쪼개기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NTT 계산은 x</a:t>
            </a:r>
            <a:r>
              <a:rPr sz="1800" baseline="30000" dirty="0"/>
              <a:t>n</a:t>
            </a:r>
            <a:r>
              <a:rPr sz="1800" dirty="0"/>
              <a:t>+1을 반씩 인수분해하며 다항식을 점점 작은 나머지로 쪼개는 분할정복</a:t>
            </a:r>
          </a:p>
          <a:p>
            <a:r>
              <a:rPr sz="1800" dirty="0"/>
              <a:t>각 층은 "상수 곱 한 번 + 덧셈·뺄셈"(butterfly), 층 수가 log n이라 전체 O(n log n)</a:t>
            </a:r>
          </a:p>
          <a:p>
            <a:r>
              <a:rPr sz="1800" dirty="0"/>
              <a:t>역NTT는 같은 트리를 리프에서 뿌리로 거꾸로 올라가며 계산 (역시 O(n log n))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3EA05779-8BE5-F226-0A63-F4F38B421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088" y="3231314"/>
            <a:ext cx="5751824" cy="276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리프 순서와 비트 반전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쪼개기가 자연히 내놓는 리프 순서는 정의가 원하는 "정렬된 홀수 거듭제곱" 순서와 다르다</a:t>
            </a:r>
          </a:p>
          <a:p>
            <a:r>
              <a:rPr sz="1800" dirty="0"/>
              <a:t>두 순서는 인덱스의 이진 표현을 뒤집은 관계 — 비트 반전(bit reversal)</a:t>
            </a:r>
          </a:p>
          <a:p>
            <a:r>
              <a:rPr sz="1800" dirty="0"/>
              <a:t>표준(FIPS 203/204)은 재배열 비용을 없애려 이 뒤집힌 순서를 그대로 정의로 삼는다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816287"/>
              </p:ext>
            </p:extLst>
          </p:nvPr>
        </p:nvGraphicFramePr>
        <p:xfrm>
          <a:off x="838200" y="3429000"/>
          <a:ext cx="1051865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위치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brv(위치)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정렬 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결과</a:t>
            </a:r>
            <a:r>
              <a:rPr lang="en-US" altLang="ko-KR" dirty="0"/>
              <a:t>:</a:t>
            </a:r>
            <a:r>
              <a:rPr lang="ko-KR" altLang="en-US" dirty="0"/>
              <a:t> 얼마나 빨라지고</a:t>
            </a:r>
            <a:r>
              <a:rPr lang="en-US" altLang="ko-KR" dirty="0"/>
              <a:t>,</a:t>
            </a:r>
            <a:r>
              <a:rPr lang="ko-KR" altLang="en-US" dirty="0"/>
              <a:t> 무엇이 그대로인가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곱셈 비용이 "항 개수의 제곱"에서 "항 개수 × 로그" 수준으로 내려간다</a:t>
            </a:r>
          </a:p>
          <a:p>
            <a:r>
              <a:rPr sz="1800" dirty="0"/>
              <a:t>항 256개에서 실측 약 100배 이상 (Dilithium 서명 기준 약 120배), 추가 메모리도 거의 없음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sz="1800" dirty="0"/>
              <a:t>(제자리 계산)</a:t>
            </a:r>
          </a:p>
          <a:p>
            <a:r>
              <a:rPr sz="1800" dirty="0"/>
              <a:t>NTT는 순수한 구현 최적화 — 계산 값도 안전성 논리도 그대로, 더 빠를 뿐</a:t>
            </a:r>
          </a:p>
          <a:p>
            <a:r>
              <a:rPr sz="1800" dirty="0"/>
              <a:t>Kyber는 소수 조건이 한 끗 부족해 2차식에서 멈추는 변형(NTT²)을 쓰지만 아이디어는 동일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2AC1AD2-1BC1-31FE-1CB4-3295AFE66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611" y="4155038"/>
            <a:ext cx="5318777" cy="19182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Introduction to Hash-Based Signatures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서명의 목적: 인증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인증(authentication)을 위해 쓰인다</a:t>
            </a:r>
          </a:p>
          <a:p>
            <a:r>
              <a:rPr sz="1800" dirty="0"/>
              <a:t>데이터 무결성: 허가되지 않은 메시지 변조를 탐지한다</a:t>
            </a:r>
          </a:p>
          <a:p>
            <a:r>
              <a:rPr sz="1800" dirty="0"/>
              <a:t>데이터 출처 인증: 메시지를 보낸 주체의 신원을 검증한다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스킴의 세 알고리즘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세 개의 알고리즘으로 구성된다</a:t>
            </a:r>
          </a:p>
          <a:p>
            <a:r>
              <a:rPr sz="1800" dirty="0"/>
              <a:t>검증은 검증자가 Alice의 진짜 공개키를 가진다고 전제한다 (공개키 진위는 PKI의 몫)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586584"/>
              </p:ext>
            </p:extLst>
          </p:nvPr>
        </p:nvGraphicFramePr>
        <p:xfrm>
          <a:off x="838200" y="2685746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알고리즘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사용하는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하는 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공개키·개인키 쌍을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 (서명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메시지에 대한 서명을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(검증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서명된 메시지가 진짜인지 판정한다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존재적 위조 불가능성 (EUF-CMA)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정의: 계산량이 제한된 공격자가 선택 메시지 공격을 하더라도 존재적으로 위조가 불가능하면 안전하다</a:t>
            </a:r>
          </a:p>
          <a:p>
            <a:r>
              <a:rPr sz="1800" dirty="0"/>
              <a:t>선택 메시지 공격: 공격자가 서명 오라클에 원하는 메시지의 서명을 자유롭게 얻는다</a:t>
            </a:r>
          </a:p>
          <a:p>
            <a:r>
              <a:rPr sz="1800" dirty="0"/>
              <a:t>존재적 위조: 오라클에 요청한 적 없는 메시지 하나에 대해 유효한 (m, σ) 쌍을 만든다</a:t>
            </a:r>
          </a:p>
          <a:p>
            <a:r>
              <a:rPr sz="1800" dirty="0"/>
              <a:t>많은 서명을 관찰해도 새로운 유효 서명을 만들 수 없다는 강한 보장이다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계열과 양자 컴퓨터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오늘 가장 널리 쓰이는 서명 계열은 셋이다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754171"/>
              </p:ext>
            </p:extLst>
          </p:nvPr>
        </p:nvGraphicFramePr>
        <p:xfrm>
          <a:off x="838200" y="24231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대표 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대규모 양자 컴퓨터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표준화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타원곡선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ECDSA, EdDSA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격자 기반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Dilithium, Falcon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안전 (근거 문제는 최신)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 완료, Falcon 예정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계열의 공통 의존성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RSA·타원곡선·격자 기반은 각각 수론 또는 격자 난제에 기반한다</a:t>
            </a:r>
          </a:p>
          <a:p>
            <a:r>
              <a:rPr sz="1800" dirty="0"/>
              <a:t>그런데 세 계열 모두 암호학적 해시 함수의 보안 속성에도 함께 의존한다</a:t>
            </a:r>
          </a:p>
          <a:p>
            <a:r>
              <a:rPr sz="1800" dirty="0"/>
              <a:t>해시 함수는 이미 신뢰의 기반이므로, 해시만으로 서명을 세우는 접근이 자연스럽다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기원과 유일한 primitive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1976년에 처음 제안했다</a:t>
            </a:r>
          </a:p>
          <a:p>
            <a:r>
              <a:rPr sz="1800" dirty="0"/>
              <a:t>Robert Winternitz와 Ralph Merkle가 1979년에 핵심 개선을 더했다</a:t>
            </a:r>
          </a:p>
          <a:p>
            <a:r>
              <a:rPr sz="1800" dirty="0"/>
              <a:t>핵심 개념은 1970년대 것이지만 양자 저항성 덕분에 지금도 유효하다</a:t>
            </a:r>
          </a:p>
          <a:p>
            <a:r>
              <a:rPr sz="1800" dirty="0"/>
              <a:t>쓰이는 암호 primitive는 해시 함수 하나뿐이다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장점과 단점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격자 기반은 근거 문제가 비교적 최신이라 장기 저항성에 추가 검증이 필요하다</a:t>
            </a:r>
          </a:p>
          <a:p>
            <a:r>
              <a:rPr sz="1800" dirty="0"/>
              <a:t>해시 기반은 수십 년간 연구된 표준 해시 속성에만 기댄다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337434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고전·양자 공격 모두에 대해 보안이 잘 이해된다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공개키와 서명의 크기가 크다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표준 스킴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LMS = Leighton-Micali Signature scheme</a:t>
            </a:r>
          </a:p>
          <a:p>
            <a:r>
              <a:rPr sz="1800" dirty="0"/>
              <a:t>XMSS = eXtended Merkle Signature Scheme</a:t>
            </a:r>
          </a:p>
          <a:p>
            <a:r>
              <a:rPr sz="1800" dirty="0"/>
              <a:t>SPHINCS+ = FIPS 205에서 SLH-DSA로 표준화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616980"/>
              </p:ext>
            </p:extLst>
          </p:nvPr>
        </p:nvGraphicFramePr>
        <p:xfrm>
          <a:off x="841248" y="329184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 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세부 규격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8554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8391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FIPS 205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유지형 vs 무상태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표준 스킴은 서명자가 상태(state)를 관리하는지에 따라 갈린다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285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서명자의 state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상태 유지형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LMS, 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필요 — 저장·갱신 오류 시 보안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무상태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불필요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키 생성·서명·검증 세 알고리즘으로 인증을 제공한다</a:t>
            </a:r>
          </a:p>
          <a:p>
            <a:r>
              <a:rPr sz="1800" dirty="0"/>
              <a:t>보안 기준은 선택 메시지 공격 하 존재적 위조 불가능성이다</a:t>
            </a:r>
          </a:p>
          <a:p>
            <a:r>
              <a:rPr sz="1800" dirty="0"/>
              <a:t>RSA·타원곡선은 양자 컴퓨터에 붕괴하고, 격자 기반은 안전하나 근거 문제가 최신이다</a:t>
            </a:r>
          </a:p>
          <a:p>
            <a:r>
              <a:rPr sz="1800" dirty="0"/>
              <a:t>해시 기반은 해시 함수 하나에만 의존해 보안이 잘 이해되지만 키·서명이 크다</a:t>
            </a:r>
          </a:p>
          <a:p>
            <a:r>
              <a:rPr sz="1800" dirty="0"/>
              <a:t>표준은 LMS·XMSS(상태 유지형)와 SPHINCS+(무상태)이다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</TotalTime>
  <Words>916</Words>
  <Application>Microsoft Office PowerPoint</Application>
  <PresentationFormat>와이드스크린</PresentationFormat>
  <Paragraphs>191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Segoe UI</vt:lpstr>
      <vt:lpstr>Office 테마</vt:lpstr>
      <vt:lpstr>Post-Quantum Cryptography</vt:lpstr>
      <vt:lpstr>Plan</vt:lpstr>
      <vt:lpstr>NTT 정리</vt:lpstr>
      <vt:lpstr>왜 NTT인가: 다항식 곱셈이라는 병목</vt:lpstr>
      <vt:lpstr>핵심 아이디어: 표현을 바꾸면 곱셈이 점별 곱</vt:lpstr>
      <vt:lpstr>NTT를 빠르게: 반씩 쪼개기</vt:lpstr>
      <vt:lpstr>리프 순서와 비트 반전</vt:lpstr>
      <vt:lpstr>결과: 얼마나 빨라지고, 무엇이 그대로인가</vt:lpstr>
      <vt:lpstr>Introduction to Hash-Based Signatures</vt:lpstr>
      <vt:lpstr>서명의 목적: 인증</vt:lpstr>
      <vt:lpstr>서명 스킴의 세 알고리즘</vt:lpstr>
      <vt:lpstr>존재적 위조 불가능성 (EUF-CMA)</vt:lpstr>
      <vt:lpstr>세 계열과 양자 컴퓨터</vt:lpstr>
      <vt:lpstr>세 계열의 공통 의존성</vt:lpstr>
      <vt:lpstr>기원과 유일한 primitive</vt:lpstr>
      <vt:lpstr>장점과 단점</vt:lpstr>
      <vt:lpstr>세 가지 표준 스킴</vt:lpstr>
      <vt:lpstr>상태 유지형 vs 무상태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746</cp:revision>
  <dcterms:created xsi:type="dcterms:W3CDTF">2026-03-17T05:07:50Z</dcterms:created>
  <dcterms:modified xsi:type="dcterms:W3CDTF">2026-09-02T05:36:22Z</dcterms:modified>
</cp:coreProperties>
</file>