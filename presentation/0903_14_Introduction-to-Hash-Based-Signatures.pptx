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75" r:id="rId4"/>
    <p:sldId id="276" r:id="rId5"/>
    <p:sldId id="277" r:id="rId6"/>
    <p:sldId id="280" r:id="rId7"/>
    <p:sldId id="281" r:id="rId8"/>
    <p:sldId id="278" r:id="rId9"/>
    <p:sldId id="279" r:id="rId10"/>
    <p:sldId id="259" r:id="rId11"/>
    <p:sldId id="260" r:id="rId12"/>
    <p:sldId id="262" r:id="rId13"/>
    <p:sldId id="264" r:id="rId14"/>
    <p:sldId id="265" r:id="rId15"/>
    <p:sldId id="267" r:id="rId16"/>
    <p:sldId id="268" r:id="rId17"/>
    <p:sldId id="270" r:id="rId18"/>
    <p:sldId id="271" r:id="rId19"/>
    <p:sldId id="274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7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NTT</a:t>
            </a:r>
            <a:r>
              <a:rPr lang="ko-KR" altLang="en-US" dirty="0"/>
              <a:t>가 무엇을 다루는 장치인지만</a:t>
            </a:r>
            <a:r>
              <a:rPr lang="en-US" altLang="ko-KR" dirty="0"/>
              <a:t>..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3BC5EA-D886-4875-B891-B25A6CC49088}" type="slidenum">
              <a:rPr lang="ko-KR" altLang="en-US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367463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200" name="격자 패턴"/>
          <p:cNvGrpSpPr/>
          <p:nvPr userDrawn="1"/>
        </p:nvGrpSpPr>
        <p:grpSpPr>
          <a:xfrm>
            <a:off x="9900000" y="4700000"/>
            <a:ext cx="2108200" cy="2108200"/>
            <a:chOff x="9900000" y="4700000"/>
            <a:chExt cx="2108200" cy="2108200"/>
          </a:xfrm>
        </p:grpSpPr>
        <p:sp>
          <p:nvSpPr>
            <p:cNvPr id="201" name="점 201"/>
            <p:cNvSpPr/>
            <p:nvPr userDrawn="1"/>
          </p:nvSpPr>
          <p:spPr>
            <a:xfrm>
              <a:off x="990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2" name="점 202"/>
            <p:cNvSpPr/>
            <p:nvPr userDrawn="1"/>
          </p:nvSpPr>
          <p:spPr>
            <a:xfrm>
              <a:off x="1015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3" name="점 203"/>
            <p:cNvSpPr/>
            <p:nvPr userDrawn="1"/>
          </p:nvSpPr>
          <p:spPr>
            <a:xfrm>
              <a:off x="1040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4" name="점 204"/>
            <p:cNvSpPr/>
            <p:nvPr userDrawn="1"/>
          </p:nvSpPr>
          <p:spPr>
            <a:xfrm>
              <a:off x="1066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5" name="점 205"/>
            <p:cNvSpPr/>
            <p:nvPr userDrawn="1"/>
          </p:nvSpPr>
          <p:spPr>
            <a:xfrm>
              <a:off x="10916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6" name="점 206"/>
            <p:cNvSpPr/>
            <p:nvPr userDrawn="1"/>
          </p:nvSpPr>
          <p:spPr>
            <a:xfrm>
              <a:off x="1117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7" name="점 207"/>
            <p:cNvSpPr/>
            <p:nvPr userDrawn="1"/>
          </p:nvSpPr>
          <p:spPr>
            <a:xfrm>
              <a:off x="1142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8" name="점 208"/>
            <p:cNvSpPr/>
            <p:nvPr userDrawn="1"/>
          </p:nvSpPr>
          <p:spPr>
            <a:xfrm>
              <a:off x="1167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9" name="점 209"/>
            <p:cNvSpPr/>
            <p:nvPr userDrawn="1"/>
          </p:nvSpPr>
          <p:spPr>
            <a:xfrm>
              <a:off x="1193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0" name="점 210"/>
            <p:cNvSpPr/>
            <p:nvPr userDrawn="1"/>
          </p:nvSpPr>
          <p:spPr>
            <a:xfrm>
              <a:off x="9900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1" name="점 211"/>
            <p:cNvSpPr/>
            <p:nvPr userDrawn="1"/>
          </p:nvSpPr>
          <p:spPr>
            <a:xfrm>
              <a:off x="1015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2" name="점 212"/>
            <p:cNvSpPr/>
            <p:nvPr userDrawn="1"/>
          </p:nvSpPr>
          <p:spPr>
            <a:xfrm>
              <a:off x="1040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3" name="점 213"/>
            <p:cNvSpPr/>
            <p:nvPr userDrawn="1"/>
          </p:nvSpPr>
          <p:spPr>
            <a:xfrm>
              <a:off x="1066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4" name="점 214"/>
            <p:cNvSpPr/>
            <p:nvPr userDrawn="1"/>
          </p:nvSpPr>
          <p:spPr>
            <a:xfrm>
              <a:off x="10916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5" name="점 215"/>
            <p:cNvSpPr/>
            <p:nvPr userDrawn="1"/>
          </p:nvSpPr>
          <p:spPr>
            <a:xfrm>
              <a:off x="11170000" y="4954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6" name="점 216"/>
            <p:cNvSpPr/>
            <p:nvPr userDrawn="1"/>
          </p:nvSpPr>
          <p:spPr>
            <a:xfrm>
              <a:off x="1142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7" name="점 217"/>
            <p:cNvSpPr/>
            <p:nvPr userDrawn="1"/>
          </p:nvSpPr>
          <p:spPr>
            <a:xfrm>
              <a:off x="1167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8" name="점 218"/>
            <p:cNvSpPr/>
            <p:nvPr userDrawn="1"/>
          </p:nvSpPr>
          <p:spPr>
            <a:xfrm>
              <a:off x="1193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9" name="점 219"/>
            <p:cNvSpPr/>
            <p:nvPr userDrawn="1"/>
          </p:nvSpPr>
          <p:spPr>
            <a:xfrm>
              <a:off x="990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0" name="점 220"/>
            <p:cNvSpPr/>
            <p:nvPr userDrawn="1"/>
          </p:nvSpPr>
          <p:spPr>
            <a:xfrm>
              <a:off x="1015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1" name="점 221"/>
            <p:cNvSpPr/>
            <p:nvPr userDrawn="1"/>
          </p:nvSpPr>
          <p:spPr>
            <a:xfrm>
              <a:off x="1040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2" name="점 222"/>
            <p:cNvSpPr/>
            <p:nvPr userDrawn="1"/>
          </p:nvSpPr>
          <p:spPr>
            <a:xfrm>
              <a:off x="1066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3" name="점 223"/>
            <p:cNvSpPr/>
            <p:nvPr userDrawn="1"/>
          </p:nvSpPr>
          <p:spPr>
            <a:xfrm>
              <a:off x="10916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4" name="점 224"/>
            <p:cNvSpPr/>
            <p:nvPr userDrawn="1"/>
          </p:nvSpPr>
          <p:spPr>
            <a:xfrm>
              <a:off x="1117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5" name="점 225"/>
            <p:cNvSpPr/>
            <p:nvPr userDrawn="1"/>
          </p:nvSpPr>
          <p:spPr>
            <a:xfrm>
              <a:off x="1142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6" name="점 226"/>
            <p:cNvSpPr/>
            <p:nvPr userDrawn="1"/>
          </p:nvSpPr>
          <p:spPr>
            <a:xfrm>
              <a:off x="1167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7" name="점 227"/>
            <p:cNvSpPr/>
            <p:nvPr userDrawn="1"/>
          </p:nvSpPr>
          <p:spPr>
            <a:xfrm>
              <a:off x="1193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8" name="점 228"/>
            <p:cNvSpPr/>
            <p:nvPr userDrawn="1"/>
          </p:nvSpPr>
          <p:spPr>
            <a:xfrm>
              <a:off x="990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9" name="점 229"/>
            <p:cNvSpPr/>
            <p:nvPr userDrawn="1"/>
          </p:nvSpPr>
          <p:spPr>
            <a:xfrm>
              <a:off x="1015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0" name="점 230"/>
            <p:cNvSpPr/>
            <p:nvPr userDrawn="1"/>
          </p:nvSpPr>
          <p:spPr>
            <a:xfrm>
              <a:off x="10408000" y="5462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1" name="점 231"/>
            <p:cNvSpPr/>
            <p:nvPr userDrawn="1"/>
          </p:nvSpPr>
          <p:spPr>
            <a:xfrm>
              <a:off x="1066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2" name="점 232"/>
            <p:cNvSpPr/>
            <p:nvPr userDrawn="1"/>
          </p:nvSpPr>
          <p:spPr>
            <a:xfrm>
              <a:off x="10916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3" name="점 233"/>
            <p:cNvSpPr/>
            <p:nvPr userDrawn="1"/>
          </p:nvSpPr>
          <p:spPr>
            <a:xfrm>
              <a:off x="1117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4" name="점 234"/>
            <p:cNvSpPr/>
            <p:nvPr userDrawn="1"/>
          </p:nvSpPr>
          <p:spPr>
            <a:xfrm>
              <a:off x="1142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5" name="점 235"/>
            <p:cNvSpPr/>
            <p:nvPr userDrawn="1"/>
          </p:nvSpPr>
          <p:spPr>
            <a:xfrm>
              <a:off x="11678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6" name="점 236"/>
            <p:cNvSpPr/>
            <p:nvPr userDrawn="1"/>
          </p:nvSpPr>
          <p:spPr>
            <a:xfrm>
              <a:off x="1193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7" name="점 237"/>
            <p:cNvSpPr/>
            <p:nvPr userDrawn="1"/>
          </p:nvSpPr>
          <p:spPr>
            <a:xfrm>
              <a:off x="990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8" name="점 238"/>
            <p:cNvSpPr/>
            <p:nvPr userDrawn="1"/>
          </p:nvSpPr>
          <p:spPr>
            <a:xfrm>
              <a:off x="1015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9" name="점 239"/>
            <p:cNvSpPr/>
            <p:nvPr userDrawn="1"/>
          </p:nvSpPr>
          <p:spPr>
            <a:xfrm>
              <a:off x="1040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0" name="점 240"/>
            <p:cNvSpPr/>
            <p:nvPr userDrawn="1"/>
          </p:nvSpPr>
          <p:spPr>
            <a:xfrm>
              <a:off x="1066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1" name="점 241"/>
            <p:cNvSpPr/>
            <p:nvPr userDrawn="1"/>
          </p:nvSpPr>
          <p:spPr>
            <a:xfrm>
              <a:off x="10916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2" name="점 242"/>
            <p:cNvSpPr/>
            <p:nvPr userDrawn="1"/>
          </p:nvSpPr>
          <p:spPr>
            <a:xfrm>
              <a:off x="1117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3" name="점 243"/>
            <p:cNvSpPr/>
            <p:nvPr userDrawn="1"/>
          </p:nvSpPr>
          <p:spPr>
            <a:xfrm>
              <a:off x="1142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4" name="점 244"/>
            <p:cNvSpPr/>
            <p:nvPr userDrawn="1"/>
          </p:nvSpPr>
          <p:spPr>
            <a:xfrm>
              <a:off x="1167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5" name="점 245"/>
            <p:cNvSpPr/>
            <p:nvPr userDrawn="1"/>
          </p:nvSpPr>
          <p:spPr>
            <a:xfrm>
              <a:off x="1193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6" name="점 246"/>
            <p:cNvSpPr/>
            <p:nvPr userDrawn="1"/>
          </p:nvSpPr>
          <p:spPr>
            <a:xfrm>
              <a:off x="990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7" name="점 247"/>
            <p:cNvSpPr/>
            <p:nvPr userDrawn="1"/>
          </p:nvSpPr>
          <p:spPr>
            <a:xfrm>
              <a:off x="1015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8" name="점 248"/>
            <p:cNvSpPr/>
            <p:nvPr userDrawn="1"/>
          </p:nvSpPr>
          <p:spPr>
            <a:xfrm>
              <a:off x="10408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9" name="점 249"/>
            <p:cNvSpPr/>
            <p:nvPr userDrawn="1"/>
          </p:nvSpPr>
          <p:spPr>
            <a:xfrm>
              <a:off x="1066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0" name="점 250"/>
            <p:cNvSpPr/>
            <p:nvPr userDrawn="1"/>
          </p:nvSpPr>
          <p:spPr>
            <a:xfrm>
              <a:off x="10916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1" name="점 251"/>
            <p:cNvSpPr/>
            <p:nvPr userDrawn="1"/>
          </p:nvSpPr>
          <p:spPr>
            <a:xfrm>
              <a:off x="1117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2" name="점 252"/>
            <p:cNvSpPr/>
            <p:nvPr userDrawn="1"/>
          </p:nvSpPr>
          <p:spPr>
            <a:xfrm>
              <a:off x="1142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3" name="점 253"/>
            <p:cNvSpPr/>
            <p:nvPr userDrawn="1"/>
          </p:nvSpPr>
          <p:spPr>
            <a:xfrm>
              <a:off x="11678000" y="597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4" name="점 254"/>
            <p:cNvSpPr/>
            <p:nvPr userDrawn="1"/>
          </p:nvSpPr>
          <p:spPr>
            <a:xfrm>
              <a:off x="1193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5" name="점 255"/>
            <p:cNvSpPr/>
            <p:nvPr userDrawn="1"/>
          </p:nvSpPr>
          <p:spPr>
            <a:xfrm>
              <a:off x="990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6" name="점 256"/>
            <p:cNvSpPr/>
            <p:nvPr userDrawn="1"/>
          </p:nvSpPr>
          <p:spPr>
            <a:xfrm>
              <a:off x="1015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7" name="점 257"/>
            <p:cNvSpPr/>
            <p:nvPr userDrawn="1"/>
          </p:nvSpPr>
          <p:spPr>
            <a:xfrm>
              <a:off x="1040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8" name="점 258"/>
            <p:cNvSpPr/>
            <p:nvPr userDrawn="1"/>
          </p:nvSpPr>
          <p:spPr>
            <a:xfrm>
              <a:off x="1066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9" name="점 259"/>
            <p:cNvSpPr/>
            <p:nvPr userDrawn="1"/>
          </p:nvSpPr>
          <p:spPr>
            <a:xfrm>
              <a:off x="10916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0" name="점 260"/>
            <p:cNvSpPr/>
            <p:nvPr userDrawn="1"/>
          </p:nvSpPr>
          <p:spPr>
            <a:xfrm>
              <a:off x="1117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1" name="점 261"/>
            <p:cNvSpPr/>
            <p:nvPr userDrawn="1"/>
          </p:nvSpPr>
          <p:spPr>
            <a:xfrm>
              <a:off x="1142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2" name="점 262"/>
            <p:cNvSpPr/>
            <p:nvPr userDrawn="1"/>
          </p:nvSpPr>
          <p:spPr>
            <a:xfrm>
              <a:off x="1167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3" name="점 263"/>
            <p:cNvSpPr/>
            <p:nvPr userDrawn="1"/>
          </p:nvSpPr>
          <p:spPr>
            <a:xfrm>
              <a:off x="1193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4" name="점 264"/>
            <p:cNvSpPr/>
            <p:nvPr userDrawn="1"/>
          </p:nvSpPr>
          <p:spPr>
            <a:xfrm>
              <a:off x="990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5" name="점 265"/>
            <p:cNvSpPr/>
            <p:nvPr userDrawn="1"/>
          </p:nvSpPr>
          <p:spPr>
            <a:xfrm>
              <a:off x="1015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6" name="점 266"/>
            <p:cNvSpPr/>
            <p:nvPr userDrawn="1"/>
          </p:nvSpPr>
          <p:spPr>
            <a:xfrm>
              <a:off x="1040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7" name="점 267"/>
            <p:cNvSpPr/>
            <p:nvPr userDrawn="1"/>
          </p:nvSpPr>
          <p:spPr>
            <a:xfrm>
              <a:off x="1066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8" name="점 268"/>
            <p:cNvSpPr/>
            <p:nvPr userDrawn="1"/>
          </p:nvSpPr>
          <p:spPr>
            <a:xfrm>
              <a:off x="10916000" y="647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9" name="점 269"/>
            <p:cNvSpPr/>
            <p:nvPr userDrawn="1"/>
          </p:nvSpPr>
          <p:spPr>
            <a:xfrm>
              <a:off x="1117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0" name="점 270"/>
            <p:cNvSpPr/>
            <p:nvPr userDrawn="1"/>
          </p:nvSpPr>
          <p:spPr>
            <a:xfrm>
              <a:off x="1142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1" name="점 271"/>
            <p:cNvSpPr/>
            <p:nvPr userDrawn="1"/>
          </p:nvSpPr>
          <p:spPr>
            <a:xfrm>
              <a:off x="1167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2" name="점 272"/>
            <p:cNvSpPr/>
            <p:nvPr userDrawn="1"/>
          </p:nvSpPr>
          <p:spPr>
            <a:xfrm>
              <a:off x="1193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3" name="점 273"/>
            <p:cNvSpPr/>
            <p:nvPr userDrawn="1"/>
          </p:nvSpPr>
          <p:spPr>
            <a:xfrm>
              <a:off x="990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4" name="점 274"/>
            <p:cNvSpPr/>
            <p:nvPr userDrawn="1"/>
          </p:nvSpPr>
          <p:spPr>
            <a:xfrm>
              <a:off x="1015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5" name="점 275"/>
            <p:cNvSpPr/>
            <p:nvPr userDrawn="1"/>
          </p:nvSpPr>
          <p:spPr>
            <a:xfrm>
              <a:off x="1040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6" name="점 276"/>
            <p:cNvSpPr/>
            <p:nvPr userDrawn="1"/>
          </p:nvSpPr>
          <p:spPr>
            <a:xfrm>
              <a:off x="1066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7" name="점 277"/>
            <p:cNvSpPr/>
            <p:nvPr userDrawn="1"/>
          </p:nvSpPr>
          <p:spPr>
            <a:xfrm>
              <a:off x="10916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8" name="점 278"/>
            <p:cNvSpPr/>
            <p:nvPr userDrawn="1"/>
          </p:nvSpPr>
          <p:spPr>
            <a:xfrm>
              <a:off x="1117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9" name="점 279"/>
            <p:cNvSpPr/>
            <p:nvPr userDrawn="1"/>
          </p:nvSpPr>
          <p:spPr>
            <a:xfrm>
              <a:off x="1142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0" name="점 280"/>
            <p:cNvSpPr/>
            <p:nvPr userDrawn="1"/>
          </p:nvSpPr>
          <p:spPr>
            <a:xfrm>
              <a:off x="1167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1" name="점 281"/>
            <p:cNvSpPr/>
            <p:nvPr userDrawn="1"/>
          </p:nvSpPr>
          <p:spPr>
            <a:xfrm>
              <a:off x="1193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히어로 강조 룰"/>
          <p:cNvSpPr/>
          <p:nvPr userDrawn="1"/>
        </p:nvSpPr>
        <p:spPr>
          <a:xfrm>
            <a:off x="1615440" y="290004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38400"/>
            <a:ext cx="9525000" cy="1371600"/>
          </a:xfrm>
        </p:spPr>
        <p:txBody>
          <a:bodyPr anchor="b">
            <a:normAutofit/>
          </a:bodyPr>
          <a:lstStyle>
            <a:lvl1pPr algn="l">
              <a:lnSpc>
                <a:spcPct val="95000"/>
              </a:lnSpc>
              <a:defRPr sz="40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62400"/>
            <a:ext cx="9525000" cy="1143000"/>
          </a:xfrm>
        </p:spPr>
        <p:txBody>
          <a:bodyPr anchor="ctr">
            <a:normAutofit/>
          </a:bodyPr>
          <a:lstStyle>
            <a:lvl1pPr marL="0" indent="0" algn="l">
              <a:lnSpc>
                <a:spcPct val="115000"/>
              </a:lnSpc>
              <a:buNone/>
              <a:defRPr sz="2000">
                <a:solidFill>
                  <a:srgbClr val="8FB8C9"/>
                </a:solidFill>
              </a:defRPr>
            </a:lvl1pPr>
            <a:lvl2pPr marL="457200" indent="0" algn="l">
              <a:buNone/>
              <a:defRPr sz="20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600"/>
            </a:lvl4pPr>
            <a:lvl5pPr marL="1828800" indent="0" algn="l">
              <a:buNone/>
              <a:defRPr sz="1600"/>
            </a:lvl5pPr>
            <a:lvl6pPr marL="2286000" indent="0" algn="l">
              <a:buNone/>
              <a:defRPr sz="1600"/>
            </a:lvl6pPr>
            <a:lvl7pPr marL="2743200" indent="0" algn="l">
              <a:buNone/>
              <a:defRPr sz="1600"/>
            </a:lvl7pPr>
            <a:lvl8pPr marL="3200400" indent="0" algn="l">
              <a:buNone/>
              <a:defRPr sz="1600"/>
            </a:lvl8pPr>
            <a:lvl9pPr marL="3657600" indent="0" algn="l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ADF637E-82D6-4563-BCF0-C9101F2B5148}" type="datetime1">
              <a:rPr lang="ko-KR" altLang="en-US" smtClean="0"/>
              <a:pPr/>
              <a:t>2026-09-02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 anchor="b">
            <a:normAutofit/>
          </a:bodyPr>
          <a:lstStyle>
            <a:lvl1pPr algn="l">
              <a:defRPr sz="2800" b="0" spc="-3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2000" b="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600"/>
            </a:lvl3pPr>
            <a:lvl4pPr>
              <a:lnSpc>
                <a:spcPct val="150000"/>
              </a:lnSpc>
              <a:defRPr sz="1400"/>
            </a:lvl4pPr>
            <a:lvl5pPr>
              <a:lnSpc>
                <a:spcPct val="150000"/>
              </a:lnSpc>
              <a:defRPr sz="14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58CD677-7AD2-4A27-94BD-C65458D22428}" type="datetime1">
              <a:rPr lang="ko-KR" altLang="en-US" smtClean="0"/>
              <a:pPr/>
              <a:t>2026-09-02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300" name="격자 패턴"/>
          <p:cNvGrpSpPr/>
          <p:nvPr userDrawn="1"/>
        </p:nvGrpSpPr>
        <p:grpSpPr>
          <a:xfrm>
            <a:off x="10033800" y="4300000"/>
            <a:ext cx="2108200" cy="1854200"/>
            <a:chOff x="10033800" y="4300000"/>
            <a:chExt cx="2108200" cy="1854200"/>
          </a:xfrm>
        </p:grpSpPr>
        <p:sp>
          <p:nvSpPr>
            <p:cNvPr id="301" name="점 301"/>
            <p:cNvSpPr/>
            <p:nvPr userDrawn="1"/>
          </p:nvSpPr>
          <p:spPr>
            <a:xfrm>
              <a:off x="1003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2" name="점 302"/>
            <p:cNvSpPr/>
            <p:nvPr userDrawn="1"/>
          </p:nvSpPr>
          <p:spPr>
            <a:xfrm>
              <a:off x="1028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3" name="점 303"/>
            <p:cNvSpPr/>
            <p:nvPr userDrawn="1"/>
          </p:nvSpPr>
          <p:spPr>
            <a:xfrm>
              <a:off x="1054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4" name="점 304"/>
            <p:cNvSpPr/>
            <p:nvPr userDrawn="1"/>
          </p:nvSpPr>
          <p:spPr>
            <a:xfrm>
              <a:off x="1079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5" name="점 305"/>
            <p:cNvSpPr/>
            <p:nvPr userDrawn="1"/>
          </p:nvSpPr>
          <p:spPr>
            <a:xfrm>
              <a:off x="11049800" y="430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6" name="점 306"/>
            <p:cNvSpPr/>
            <p:nvPr userDrawn="1"/>
          </p:nvSpPr>
          <p:spPr>
            <a:xfrm>
              <a:off x="1130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7" name="점 307"/>
            <p:cNvSpPr/>
            <p:nvPr userDrawn="1"/>
          </p:nvSpPr>
          <p:spPr>
            <a:xfrm>
              <a:off x="1155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8" name="점 308"/>
            <p:cNvSpPr/>
            <p:nvPr userDrawn="1"/>
          </p:nvSpPr>
          <p:spPr>
            <a:xfrm>
              <a:off x="1181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9" name="점 309"/>
            <p:cNvSpPr/>
            <p:nvPr userDrawn="1"/>
          </p:nvSpPr>
          <p:spPr>
            <a:xfrm>
              <a:off x="1206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0" name="점 310"/>
            <p:cNvSpPr/>
            <p:nvPr userDrawn="1"/>
          </p:nvSpPr>
          <p:spPr>
            <a:xfrm>
              <a:off x="1003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1" name="점 311"/>
            <p:cNvSpPr/>
            <p:nvPr userDrawn="1"/>
          </p:nvSpPr>
          <p:spPr>
            <a:xfrm>
              <a:off x="1028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2" name="점 312"/>
            <p:cNvSpPr/>
            <p:nvPr userDrawn="1"/>
          </p:nvSpPr>
          <p:spPr>
            <a:xfrm>
              <a:off x="1054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3" name="점 313"/>
            <p:cNvSpPr/>
            <p:nvPr userDrawn="1"/>
          </p:nvSpPr>
          <p:spPr>
            <a:xfrm>
              <a:off x="1079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4" name="점 314"/>
            <p:cNvSpPr/>
            <p:nvPr userDrawn="1"/>
          </p:nvSpPr>
          <p:spPr>
            <a:xfrm>
              <a:off x="11049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5" name="점 315"/>
            <p:cNvSpPr/>
            <p:nvPr userDrawn="1"/>
          </p:nvSpPr>
          <p:spPr>
            <a:xfrm>
              <a:off x="1130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6" name="점 316"/>
            <p:cNvSpPr/>
            <p:nvPr userDrawn="1"/>
          </p:nvSpPr>
          <p:spPr>
            <a:xfrm>
              <a:off x="1155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7" name="점 317"/>
            <p:cNvSpPr/>
            <p:nvPr userDrawn="1"/>
          </p:nvSpPr>
          <p:spPr>
            <a:xfrm>
              <a:off x="1181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8" name="점 318"/>
            <p:cNvSpPr/>
            <p:nvPr userDrawn="1"/>
          </p:nvSpPr>
          <p:spPr>
            <a:xfrm>
              <a:off x="1206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9" name="점 319"/>
            <p:cNvSpPr/>
            <p:nvPr userDrawn="1"/>
          </p:nvSpPr>
          <p:spPr>
            <a:xfrm>
              <a:off x="1003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0" name="점 320"/>
            <p:cNvSpPr/>
            <p:nvPr userDrawn="1"/>
          </p:nvSpPr>
          <p:spPr>
            <a:xfrm>
              <a:off x="10287800" y="480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1" name="점 321"/>
            <p:cNvSpPr/>
            <p:nvPr userDrawn="1"/>
          </p:nvSpPr>
          <p:spPr>
            <a:xfrm>
              <a:off x="1054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2" name="점 322"/>
            <p:cNvSpPr/>
            <p:nvPr userDrawn="1"/>
          </p:nvSpPr>
          <p:spPr>
            <a:xfrm>
              <a:off x="1079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3" name="점 323"/>
            <p:cNvSpPr/>
            <p:nvPr userDrawn="1"/>
          </p:nvSpPr>
          <p:spPr>
            <a:xfrm>
              <a:off x="11049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4" name="점 324"/>
            <p:cNvSpPr/>
            <p:nvPr userDrawn="1"/>
          </p:nvSpPr>
          <p:spPr>
            <a:xfrm>
              <a:off x="1130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5" name="점 325"/>
            <p:cNvSpPr/>
            <p:nvPr userDrawn="1"/>
          </p:nvSpPr>
          <p:spPr>
            <a:xfrm>
              <a:off x="11557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6" name="점 326"/>
            <p:cNvSpPr/>
            <p:nvPr userDrawn="1"/>
          </p:nvSpPr>
          <p:spPr>
            <a:xfrm>
              <a:off x="1181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7" name="점 327"/>
            <p:cNvSpPr/>
            <p:nvPr userDrawn="1"/>
          </p:nvSpPr>
          <p:spPr>
            <a:xfrm>
              <a:off x="1206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8" name="점 328"/>
            <p:cNvSpPr/>
            <p:nvPr userDrawn="1"/>
          </p:nvSpPr>
          <p:spPr>
            <a:xfrm>
              <a:off x="1003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9" name="점 329"/>
            <p:cNvSpPr/>
            <p:nvPr userDrawn="1"/>
          </p:nvSpPr>
          <p:spPr>
            <a:xfrm>
              <a:off x="1028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0" name="점 330"/>
            <p:cNvSpPr/>
            <p:nvPr userDrawn="1"/>
          </p:nvSpPr>
          <p:spPr>
            <a:xfrm>
              <a:off x="1054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1" name="점 331"/>
            <p:cNvSpPr/>
            <p:nvPr userDrawn="1"/>
          </p:nvSpPr>
          <p:spPr>
            <a:xfrm>
              <a:off x="1079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2" name="점 332"/>
            <p:cNvSpPr/>
            <p:nvPr userDrawn="1"/>
          </p:nvSpPr>
          <p:spPr>
            <a:xfrm>
              <a:off x="11049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3" name="점 333"/>
            <p:cNvSpPr/>
            <p:nvPr userDrawn="1"/>
          </p:nvSpPr>
          <p:spPr>
            <a:xfrm>
              <a:off x="1130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4" name="점 334"/>
            <p:cNvSpPr/>
            <p:nvPr userDrawn="1"/>
          </p:nvSpPr>
          <p:spPr>
            <a:xfrm>
              <a:off x="1155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5" name="점 335"/>
            <p:cNvSpPr/>
            <p:nvPr userDrawn="1"/>
          </p:nvSpPr>
          <p:spPr>
            <a:xfrm>
              <a:off x="1181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6" name="점 336"/>
            <p:cNvSpPr/>
            <p:nvPr userDrawn="1"/>
          </p:nvSpPr>
          <p:spPr>
            <a:xfrm>
              <a:off x="1206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7" name="점 337"/>
            <p:cNvSpPr/>
            <p:nvPr userDrawn="1"/>
          </p:nvSpPr>
          <p:spPr>
            <a:xfrm>
              <a:off x="1003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8" name="점 338"/>
            <p:cNvSpPr/>
            <p:nvPr userDrawn="1"/>
          </p:nvSpPr>
          <p:spPr>
            <a:xfrm>
              <a:off x="10287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9" name="점 339"/>
            <p:cNvSpPr/>
            <p:nvPr userDrawn="1"/>
          </p:nvSpPr>
          <p:spPr>
            <a:xfrm>
              <a:off x="1054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0" name="점 340"/>
            <p:cNvSpPr/>
            <p:nvPr userDrawn="1"/>
          </p:nvSpPr>
          <p:spPr>
            <a:xfrm>
              <a:off x="1079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1" name="점 341"/>
            <p:cNvSpPr/>
            <p:nvPr userDrawn="1"/>
          </p:nvSpPr>
          <p:spPr>
            <a:xfrm>
              <a:off x="11049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2" name="점 342"/>
            <p:cNvSpPr/>
            <p:nvPr userDrawn="1"/>
          </p:nvSpPr>
          <p:spPr>
            <a:xfrm>
              <a:off x="1130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3" name="점 343"/>
            <p:cNvSpPr/>
            <p:nvPr userDrawn="1"/>
          </p:nvSpPr>
          <p:spPr>
            <a:xfrm>
              <a:off x="11557800" y="5316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4" name="점 344"/>
            <p:cNvSpPr/>
            <p:nvPr userDrawn="1"/>
          </p:nvSpPr>
          <p:spPr>
            <a:xfrm>
              <a:off x="1181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5" name="점 345"/>
            <p:cNvSpPr/>
            <p:nvPr userDrawn="1"/>
          </p:nvSpPr>
          <p:spPr>
            <a:xfrm>
              <a:off x="1206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6" name="점 346"/>
            <p:cNvSpPr/>
            <p:nvPr userDrawn="1"/>
          </p:nvSpPr>
          <p:spPr>
            <a:xfrm>
              <a:off x="1003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7" name="점 347"/>
            <p:cNvSpPr/>
            <p:nvPr userDrawn="1"/>
          </p:nvSpPr>
          <p:spPr>
            <a:xfrm>
              <a:off x="1028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8" name="점 348"/>
            <p:cNvSpPr/>
            <p:nvPr userDrawn="1"/>
          </p:nvSpPr>
          <p:spPr>
            <a:xfrm>
              <a:off x="1054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9" name="점 349"/>
            <p:cNvSpPr/>
            <p:nvPr userDrawn="1"/>
          </p:nvSpPr>
          <p:spPr>
            <a:xfrm>
              <a:off x="1079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0" name="점 350"/>
            <p:cNvSpPr/>
            <p:nvPr userDrawn="1"/>
          </p:nvSpPr>
          <p:spPr>
            <a:xfrm>
              <a:off x="11049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1" name="점 351"/>
            <p:cNvSpPr/>
            <p:nvPr userDrawn="1"/>
          </p:nvSpPr>
          <p:spPr>
            <a:xfrm>
              <a:off x="1130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2" name="점 352"/>
            <p:cNvSpPr/>
            <p:nvPr userDrawn="1"/>
          </p:nvSpPr>
          <p:spPr>
            <a:xfrm>
              <a:off x="1155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3" name="점 353"/>
            <p:cNvSpPr/>
            <p:nvPr userDrawn="1"/>
          </p:nvSpPr>
          <p:spPr>
            <a:xfrm>
              <a:off x="1181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4" name="점 354"/>
            <p:cNvSpPr/>
            <p:nvPr userDrawn="1"/>
          </p:nvSpPr>
          <p:spPr>
            <a:xfrm>
              <a:off x="1206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5" name="점 355"/>
            <p:cNvSpPr/>
            <p:nvPr userDrawn="1"/>
          </p:nvSpPr>
          <p:spPr>
            <a:xfrm>
              <a:off x="1003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6" name="점 356"/>
            <p:cNvSpPr/>
            <p:nvPr userDrawn="1"/>
          </p:nvSpPr>
          <p:spPr>
            <a:xfrm>
              <a:off x="1028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7" name="점 357"/>
            <p:cNvSpPr/>
            <p:nvPr userDrawn="1"/>
          </p:nvSpPr>
          <p:spPr>
            <a:xfrm>
              <a:off x="1054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8" name="점 358"/>
            <p:cNvSpPr/>
            <p:nvPr userDrawn="1"/>
          </p:nvSpPr>
          <p:spPr>
            <a:xfrm>
              <a:off x="1079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9" name="점 359"/>
            <p:cNvSpPr/>
            <p:nvPr userDrawn="1"/>
          </p:nvSpPr>
          <p:spPr>
            <a:xfrm>
              <a:off x="11049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0" name="점 360"/>
            <p:cNvSpPr/>
            <p:nvPr userDrawn="1"/>
          </p:nvSpPr>
          <p:spPr>
            <a:xfrm>
              <a:off x="1130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1" name="점 361"/>
            <p:cNvSpPr/>
            <p:nvPr userDrawn="1"/>
          </p:nvSpPr>
          <p:spPr>
            <a:xfrm>
              <a:off x="1155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2" name="점 362"/>
            <p:cNvSpPr/>
            <p:nvPr userDrawn="1"/>
          </p:nvSpPr>
          <p:spPr>
            <a:xfrm>
              <a:off x="1181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3" name="점 363"/>
            <p:cNvSpPr/>
            <p:nvPr userDrawn="1"/>
          </p:nvSpPr>
          <p:spPr>
            <a:xfrm>
              <a:off x="1206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4" name="점 364"/>
            <p:cNvSpPr/>
            <p:nvPr userDrawn="1"/>
          </p:nvSpPr>
          <p:spPr>
            <a:xfrm>
              <a:off x="1003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5" name="점 365"/>
            <p:cNvSpPr/>
            <p:nvPr userDrawn="1"/>
          </p:nvSpPr>
          <p:spPr>
            <a:xfrm>
              <a:off x="1028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6" name="점 366"/>
            <p:cNvSpPr/>
            <p:nvPr userDrawn="1"/>
          </p:nvSpPr>
          <p:spPr>
            <a:xfrm>
              <a:off x="1054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7" name="점 367"/>
            <p:cNvSpPr/>
            <p:nvPr userDrawn="1"/>
          </p:nvSpPr>
          <p:spPr>
            <a:xfrm>
              <a:off x="1079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8" name="점 368"/>
            <p:cNvSpPr/>
            <p:nvPr userDrawn="1"/>
          </p:nvSpPr>
          <p:spPr>
            <a:xfrm>
              <a:off x="11049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9" name="점 369"/>
            <p:cNvSpPr/>
            <p:nvPr userDrawn="1"/>
          </p:nvSpPr>
          <p:spPr>
            <a:xfrm>
              <a:off x="1130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0" name="점 370"/>
            <p:cNvSpPr/>
            <p:nvPr userDrawn="1"/>
          </p:nvSpPr>
          <p:spPr>
            <a:xfrm>
              <a:off x="1155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1" name="점 371"/>
            <p:cNvSpPr/>
            <p:nvPr userDrawn="1"/>
          </p:nvSpPr>
          <p:spPr>
            <a:xfrm>
              <a:off x="1181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2" name="점 372"/>
            <p:cNvSpPr/>
            <p:nvPr userDrawn="1"/>
          </p:nvSpPr>
          <p:spPr>
            <a:xfrm>
              <a:off x="1206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구역 강조 룰"/>
          <p:cNvSpPr/>
          <p:nvPr userDrawn="1"/>
        </p:nvSpPr>
        <p:spPr>
          <a:xfrm>
            <a:off x="929640" y="297180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48000"/>
            <a:ext cx="10515600" cy="800100"/>
          </a:xfrm>
        </p:spPr>
        <p:txBody>
          <a:bodyPr anchor="b"/>
          <a:lstStyle>
            <a:lvl1pPr algn="l">
              <a:defRPr sz="44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962400"/>
            <a:ext cx="10515600" cy="1143000"/>
          </a:xfrm>
        </p:spPr>
        <p:txBody>
          <a:bodyPr/>
          <a:lstStyle>
            <a:lvl1pPr marL="0" indent="0">
              <a:buNone/>
              <a:defRPr sz="2400">
                <a:solidFill>
                  <a:srgbClr val="8FB8C9"/>
                </a:solidFill>
              </a:defRPr>
            </a:lvl1pPr>
            <a:lvl2pPr marL="457200" indent="0">
              <a:buNone/>
              <a:defRPr sz="2000">
                <a:solidFill>
                  <a:srgbClr val="8FB8C9"/>
                </a:solidFill>
              </a:defRPr>
            </a:lvl2pPr>
            <a:lvl3pPr marL="914400" indent="0">
              <a:buNone/>
              <a:defRPr sz="1800">
                <a:solidFill>
                  <a:srgbClr val="8FB8C9"/>
                </a:solidFill>
              </a:defRPr>
            </a:lvl3pPr>
            <a:lvl4pPr marL="1371600" indent="0">
              <a:buNone/>
              <a:defRPr sz="1600">
                <a:solidFill>
                  <a:srgbClr val="8FB8C9"/>
                </a:solidFill>
              </a:defRPr>
            </a:lvl4pPr>
            <a:lvl5pPr marL="1828800" indent="0">
              <a:buNone/>
              <a:defRPr sz="1600">
                <a:solidFill>
                  <a:srgbClr val="8FB8C9"/>
                </a:solidFill>
              </a:defRPr>
            </a:lvl5pPr>
            <a:lvl6pPr marL="2286000" indent="0">
              <a:buNone/>
              <a:defRPr sz="1600">
                <a:solidFill>
                  <a:srgbClr val="8FB8C9"/>
                </a:solidFill>
              </a:defRPr>
            </a:lvl6pPr>
            <a:lvl7pPr marL="2743200" indent="0">
              <a:buNone/>
              <a:defRPr sz="1600">
                <a:solidFill>
                  <a:srgbClr val="8FB8C9"/>
                </a:solidFill>
              </a:defRPr>
            </a:lvl7pPr>
            <a:lvl8pPr marL="3200400" indent="0">
              <a:buNone/>
              <a:defRPr sz="1600">
                <a:solidFill>
                  <a:srgbClr val="8FB8C9"/>
                </a:solidFill>
              </a:defRPr>
            </a:lvl8pPr>
            <a:lvl9pPr marL="3657600" indent="0">
              <a:buNone/>
              <a:defRPr sz="1600">
                <a:solidFill>
                  <a:srgbClr val="8FB8C9"/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BEF52EC-B397-4D0A-AE91-E0D6840C85A1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제목 헤어라인"/>
          <p:cNvSpPr/>
          <p:nvPr userDrawn="1"/>
        </p:nvSpPr>
        <p:spPr>
          <a:xfrm>
            <a:off x="929640" y="944880"/>
            <a:ext cx="10332720" cy="0"/>
          </a:xfrm>
          <a:prstGeom prst="line">
            <a:avLst/>
          </a:prstGeom>
          <a:noFill/>
          <a:ln w="9525" cap="flat">
            <a:solidFill>
              <a:srgbClr val="E4EAF0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91" name="제목 강조 룰"/>
          <p:cNvSpPr/>
          <p:nvPr userDrawn="1"/>
        </p:nvSpPr>
        <p:spPr>
          <a:xfrm>
            <a:off x="929640" y="944880"/>
            <a:ext cx="685800" cy="0"/>
          </a:xfrm>
          <a:prstGeom prst="line">
            <a:avLst/>
          </a:prstGeom>
          <a:noFill/>
          <a:ln w="28575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100" name="격자 패턴"/>
          <p:cNvGrpSpPr/>
          <p:nvPr userDrawn="1"/>
        </p:nvGrpSpPr>
        <p:grpSpPr>
          <a:xfrm>
            <a:off x="11029950" y="6076950"/>
            <a:ext cx="1009650" cy="628650"/>
            <a:chOff x="11029950" y="6076950"/>
            <a:chExt cx="1009650" cy="628650"/>
          </a:xfrm>
        </p:grpSpPr>
        <p:sp>
          <p:nvSpPr>
            <p:cNvPr id="101" name="점 101"/>
            <p:cNvSpPr/>
            <p:nvPr userDrawn="1"/>
          </p:nvSpPr>
          <p:spPr>
            <a:xfrm>
              <a:off x="11029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2" name="점 102"/>
            <p:cNvSpPr/>
            <p:nvPr userDrawn="1"/>
          </p:nvSpPr>
          <p:spPr>
            <a:xfrm>
              <a:off x="11220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3" name="점 103"/>
            <p:cNvSpPr/>
            <p:nvPr userDrawn="1"/>
          </p:nvSpPr>
          <p:spPr>
            <a:xfrm>
              <a:off x="11410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4" name="점 104"/>
            <p:cNvSpPr/>
            <p:nvPr userDrawn="1"/>
          </p:nvSpPr>
          <p:spPr>
            <a:xfrm>
              <a:off x="11601450" y="60769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5" name="점 105"/>
            <p:cNvSpPr/>
            <p:nvPr userDrawn="1"/>
          </p:nvSpPr>
          <p:spPr>
            <a:xfrm>
              <a:off x="11791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6" name="점 106"/>
            <p:cNvSpPr/>
            <p:nvPr userDrawn="1"/>
          </p:nvSpPr>
          <p:spPr>
            <a:xfrm>
              <a:off x="11982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7" name="점 107"/>
            <p:cNvSpPr/>
            <p:nvPr userDrawn="1"/>
          </p:nvSpPr>
          <p:spPr>
            <a:xfrm>
              <a:off x="11029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8" name="점 108"/>
            <p:cNvSpPr/>
            <p:nvPr userDrawn="1"/>
          </p:nvSpPr>
          <p:spPr>
            <a:xfrm>
              <a:off x="11220450" y="6267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9" name="점 109"/>
            <p:cNvSpPr/>
            <p:nvPr userDrawn="1"/>
          </p:nvSpPr>
          <p:spPr>
            <a:xfrm>
              <a:off x="11410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0" name="점 110"/>
            <p:cNvSpPr/>
            <p:nvPr userDrawn="1"/>
          </p:nvSpPr>
          <p:spPr>
            <a:xfrm>
              <a:off x="11601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1" name="점 111"/>
            <p:cNvSpPr/>
            <p:nvPr userDrawn="1"/>
          </p:nvSpPr>
          <p:spPr>
            <a:xfrm>
              <a:off x="11791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2" name="점 112"/>
            <p:cNvSpPr/>
            <p:nvPr userDrawn="1"/>
          </p:nvSpPr>
          <p:spPr>
            <a:xfrm>
              <a:off x="11982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3" name="점 113"/>
            <p:cNvSpPr/>
            <p:nvPr userDrawn="1"/>
          </p:nvSpPr>
          <p:spPr>
            <a:xfrm>
              <a:off x="11029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4" name="점 114"/>
            <p:cNvSpPr/>
            <p:nvPr userDrawn="1"/>
          </p:nvSpPr>
          <p:spPr>
            <a:xfrm>
              <a:off x="11220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5" name="점 115"/>
            <p:cNvSpPr/>
            <p:nvPr userDrawn="1"/>
          </p:nvSpPr>
          <p:spPr>
            <a:xfrm>
              <a:off x="11410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6" name="점 116"/>
            <p:cNvSpPr/>
            <p:nvPr userDrawn="1"/>
          </p:nvSpPr>
          <p:spPr>
            <a:xfrm>
              <a:off x="11601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7" name="점 117"/>
            <p:cNvSpPr/>
            <p:nvPr userDrawn="1"/>
          </p:nvSpPr>
          <p:spPr>
            <a:xfrm>
              <a:off x="11791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8" name="점 118"/>
            <p:cNvSpPr/>
            <p:nvPr userDrawn="1"/>
          </p:nvSpPr>
          <p:spPr>
            <a:xfrm>
              <a:off x="11982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9" name="점 119"/>
            <p:cNvSpPr/>
            <p:nvPr userDrawn="1"/>
          </p:nvSpPr>
          <p:spPr>
            <a:xfrm>
              <a:off x="11029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0" name="점 120"/>
            <p:cNvSpPr/>
            <p:nvPr userDrawn="1"/>
          </p:nvSpPr>
          <p:spPr>
            <a:xfrm>
              <a:off x="11220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1" name="점 121"/>
            <p:cNvSpPr/>
            <p:nvPr userDrawn="1"/>
          </p:nvSpPr>
          <p:spPr>
            <a:xfrm>
              <a:off x="11410950" y="6648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2" name="점 122"/>
            <p:cNvSpPr/>
            <p:nvPr userDrawn="1"/>
          </p:nvSpPr>
          <p:spPr>
            <a:xfrm>
              <a:off x="11601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3" name="점 123"/>
            <p:cNvSpPr/>
            <p:nvPr userDrawn="1"/>
          </p:nvSpPr>
          <p:spPr>
            <a:xfrm>
              <a:off x="11791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4" name="점 124"/>
            <p:cNvSpPr/>
            <p:nvPr userDrawn="1"/>
          </p:nvSpPr>
          <p:spPr>
            <a:xfrm>
              <a:off x="11982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3000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75D61A29-800E-482A-B0FD-5A04401ECD92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00000" y="63300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30000"/>
            <a:ext cx="2286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800" b="0" kern="1200" spc="-3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Clr>
          <a:srgbClr val="2EC4D9"/>
        </a:buClr>
        <a:buSzPct val="85000"/>
        <a:buFont typeface="Arial" panose="020B0604020202020204" pitchFamily="34" charset="0"/>
        <a:buChar char="▪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2400" kern="1200">
          <a:solidFill>
            <a:schemeClr val="tx1">
              <a:alpha val="88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8FB8C9"/>
        </a:buClr>
        <a:buSzPct val="80000"/>
        <a:buFont typeface="Arial" panose="020B0604020202020204" pitchFamily="34" charset="0"/>
        <a:buChar char="•"/>
        <a:defRPr sz="20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Post-Quantum Cryptography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14. Introduction to Hash-Based Signatures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sz="1800" dirty="0"/>
              <a:t>NTT </a:t>
            </a:r>
            <a:r>
              <a:rPr lang="ko-KR" altLang="en-US" sz="1800" dirty="0"/>
              <a:t>정리</a:t>
            </a:r>
            <a:endParaRPr lang="en-US" sz="1800" dirty="0"/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서명 스킴이란 무엇인가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보안 정의</a:t>
            </a:r>
            <a:endParaRPr lang="en-US" sz="1800" dirty="0"/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서명 스킴의 세 계열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해시 기반 서명 스킴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표준화된 해시 기반 서명 스킴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</a:t>
            </a:fld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NTT </a:t>
            </a:r>
            <a:r>
              <a:rPr lang="ko-KR" altLang="en-US" dirty="0"/>
              <a:t>정리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The Number-Theoretic Transform (NTT</a:t>
            </a:r>
            <a:r>
              <a:rPr lang="en-US" dirty="0"/>
              <a:t>)</a:t>
            </a:r>
            <a:endParaRPr dirty="0"/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</a:t>
            </a:fld>
            <a:endParaRPr lang="ko-KR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왜 NTT인가: 다항식 곱셈이라는 병목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Kyber·Dilithium의 무거운 연산은 전부 "행렬 × 벡터", 그 기본 단위는 다항식 곱 하나</a:t>
            </a:r>
          </a:p>
          <a:p>
            <a:r>
              <a:rPr sz="1800" dirty="0"/>
              <a:t>덧셈은 계수별이라 싸지만, 곱셈은 모든 항끼리 곱해야 해서 비용이 항 개수의 제곱에 비례</a:t>
            </a:r>
          </a:p>
          <a:p>
            <a:r>
              <a:rPr sz="1800" dirty="0"/>
              <a:t>항 256개 → 곱 한 번에 약 6만 5천 번의 수 곱셈, 스킴 전체 속도를 지배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A46F72F-96D3-B281-C381-858B6C6D42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268" y="3429000"/>
            <a:ext cx="8177463" cy="25423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핵심 아이디어: 표현을 바꾸면 곱셈이 점별 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차수 ≤ 3 다항식 a(x) = a</a:t>
            </a:r>
            <a:r>
              <a:rPr sz="1800" baseline="-25000" dirty="0"/>
              <a:t>0</a:t>
            </a:r>
            <a:r>
              <a:rPr sz="1800" dirty="0"/>
              <a:t> + a</a:t>
            </a:r>
            <a:r>
              <a:rPr sz="1800" baseline="-25000" dirty="0"/>
              <a:t>1</a:t>
            </a:r>
            <a:r>
              <a:rPr sz="1800" dirty="0"/>
              <a:t> x + a</a:t>
            </a:r>
            <a:r>
              <a:rPr sz="1800" baseline="-25000" dirty="0"/>
              <a:t>2</a:t>
            </a:r>
            <a:r>
              <a:rPr sz="1800" dirty="0"/>
              <a:t> x</a:t>
            </a:r>
            <a:r>
              <a:rPr sz="1800" baseline="30000" dirty="0"/>
              <a:t>2</a:t>
            </a:r>
            <a:r>
              <a:rPr sz="1800" dirty="0"/>
              <a:t> + a</a:t>
            </a:r>
            <a:r>
              <a:rPr sz="1800" baseline="-25000" dirty="0"/>
              <a:t>3</a:t>
            </a:r>
            <a:r>
              <a:rPr sz="1800" dirty="0"/>
              <a:t> x</a:t>
            </a:r>
            <a:r>
              <a:rPr sz="1800" baseline="30000" dirty="0"/>
              <a:t>3</a:t>
            </a:r>
            <a:r>
              <a:rPr sz="1800" dirty="0"/>
              <a:t> 을 보는 두 방식 — "계수 목록" 또는 "서로 다른 4개 점에서의 함숫값 목록"</a:t>
            </a:r>
          </a:p>
          <a:p>
            <a:r>
              <a:rPr sz="1800" dirty="0"/>
              <a:t>차수 ≤ 3 다항식은 서로 다른 4개 점의 값이면 유일하게 복원된다 → 두 표현은 정보량이 같고, 평가 ↔ 보간으로 자유롭게 오간다</a:t>
            </a:r>
          </a:p>
          <a:p>
            <a:r>
              <a:rPr sz="1800" dirty="0"/>
              <a:t>값 표현에서는 곱셈이 같은 위치의 값끼리의 곱(점별 곱) → O(n</a:t>
            </a:r>
            <a:r>
              <a:rPr sz="1800" baseline="30000" dirty="0"/>
              <a:t>2</a:t>
            </a:r>
            <a:r>
              <a:rPr sz="1800" dirty="0"/>
              <a:t>)이 아니라 O(n)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5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1062300"/>
              </p:ext>
            </p:extLst>
          </p:nvPr>
        </p:nvGraphicFramePr>
        <p:xfrm>
          <a:off x="838200" y="3947238"/>
          <a:ext cx="10512552" cy="1615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4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04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41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표현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데이터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곱셈 비용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계수 표현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(a</a:t>
                      </a:r>
                      <a:r>
                        <a:rPr sz="1800" baseline="-25000" dirty="0"/>
                        <a:t>0</a:t>
                      </a:r>
                      <a:r>
                        <a:rPr sz="1800" dirty="0"/>
                        <a:t>, a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, a</a:t>
                      </a:r>
                      <a:r>
                        <a:rPr sz="1800" baseline="-25000" dirty="0"/>
                        <a:t>2</a:t>
                      </a:r>
                      <a:r>
                        <a:rPr sz="1800" dirty="0"/>
                        <a:t>, a</a:t>
                      </a:r>
                      <a:r>
                        <a:rPr sz="1800" baseline="-25000" dirty="0"/>
                        <a:t>3</a:t>
                      </a:r>
                      <a:r>
                        <a:rPr sz="180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비쌈 — 모든 항 × 모든 항, O(n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값 표현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4개 점에서의 함숫값</a:t>
                      </a:r>
                      <a:br>
                        <a:rPr lang="en-US" sz="1800" dirty="0"/>
                      </a:br>
                      <a:r>
                        <a:rPr sz="1800" dirty="0"/>
                        <a:t>(a(p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), a(p</a:t>
                      </a:r>
                      <a:r>
                        <a:rPr sz="1800" baseline="-25000" dirty="0"/>
                        <a:t>2</a:t>
                      </a:r>
                      <a:r>
                        <a:rPr sz="1800" dirty="0"/>
                        <a:t>), a(p</a:t>
                      </a:r>
                      <a:r>
                        <a:rPr sz="1800" baseline="-25000" dirty="0"/>
                        <a:t>3</a:t>
                      </a:r>
                      <a:r>
                        <a:rPr sz="1800" dirty="0"/>
                        <a:t>), a(p</a:t>
                      </a:r>
                      <a:r>
                        <a:rPr sz="1800" baseline="-25000" dirty="0"/>
                        <a:t>4</a:t>
                      </a:r>
                      <a:r>
                        <a:rPr sz="1800" dirty="0"/>
                        <a:t>))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쌈 — 같은 위치끼리 곱, O(n)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NTT를 빠르게: 반씩 쪼개기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NTT 계산은 x</a:t>
            </a:r>
            <a:r>
              <a:rPr sz="1800" baseline="30000" dirty="0"/>
              <a:t>n</a:t>
            </a:r>
            <a:r>
              <a:rPr sz="1800" dirty="0"/>
              <a:t>+1을 반씩 인수분해하며 다항식을 점점 작은 나머지로 쪼개는 분할정복</a:t>
            </a:r>
          </a:p>
          <a:p>
            <a:r>
              <a:rPr sz="1800" dirty="0"/>
              <a:t>각 층은 "상수 곱 한 번 + 덧셈·뺄셈"(butterfly), 층 수가 log n이라 전체 O(n log n)</a:t>
            </a:r>
          </a:p>
          <a:p>
            <a:r>
              <a:rPr sz="1800" dirty="0"/>
              <a:t>역NTT는 같은 트리를 리프에서 뿌리로 거꾸로 올라가며 계산 (역시 O(n log n))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6</a:t>
            </a:fld>
            <a:endParaRPr lang="ko-KR" altLang="en-US" dirty="0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3EA05779-8BE5-F226-0A63-F4F38B421E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0088" y="3231314"/>
            <a:ext cx="5751824" cy="2765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리프 순서와 비트 반전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쪼개기가 자연히 내놓는 리프 순서는 정의가 원하는 "정렬된 홀수 거듭제곱" 순서와 다르다</a:t>
            </a:r>
          </a:p>
          <a:p>
            <a:r>
              <a:rPr sz="1800" dirty="0"/>
              <a:t>두 순서는 인덱스의 이진 표현을 뒤집은 관계 — 비트 반전(bit reversal)</a:t>
            </a:r>
          </a:p>
          <a:p>
            <a:r>
              <a:rPr sz="1800" dirty="0"/>
              <a:t>표준(FIPS 203/204)은 재배열 비용을 없애려 이 뒤집힌 순서를 그대로 정의로 삼는다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7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9816287"/>
              </p:ext>
            </p:extLst>
          </p:nvPr>
        </p:nvGraphicFramePr>
        <p:xfrm>
          <a:off x="838200" y="3429000"/>
          <a:ext cx="1051865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7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7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87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87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873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687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687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687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6873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위치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brv(위치)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트리 순서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정렬 순서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결과</a:t>
            </a:r>
            <a:r>
              <a:rPr lang="en-US" altLang="ko-KR" dirty="0"/>
              <a:t>:</a:t>
            </a:r>
            <a:r>
              <a:rPr lang="ko-KR" altLang="en-US" dirty="0"/>
              <a:t> 얼마나 빨라지고</a:t>
            </a:r>
            <a:r>
              <a:rPr lang="en-US" altLang="ko-KR" dirty="0"/>
              <a:t>,</a:t>
            </a:r>
            <a:r>
              <a:rPr lang="ko-KR" altLang="en-US" dirty="0"/>
              <a:t> 무엇이 그대로인가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곱셈 비용이 "항 개수의 제곱"에서 "항 개수 × 로그" 수준으로 내려간다</a:t>
            </a:r>
          </a:p>
          <a:p>
            <a:r>
              <a:rPr sz="1800" dirty="0"/>
              <a:t>항 256개에서 실측 약 100배 이상 (Dilithium 서명 기준 약 120배), 추가 메모리도 거의 없음</a:t>
            </a:r>
            <a:r>
              <a:rPr lang="en-US" sz="1800" dirty="0"/>
              <a:t> </a:t>
            </a:r>
            <a:br>
              <a:rPr lang="en-US" sz="1800" dirty="0"/>
            </a:br>
            <a:r>
              <a:rPr sz="1800" dirty="0"/>
              <a:t>(제자리 계산)</a:t>
            </a:r>
          </a:p>
          <a:p>
            <a:r>
              <a:rPr sz="1800" dirty="0"/>
              <a:t>NTT는 순수한 구현 최적화 — 계산 값도 안전성 논리도 그대로, 더 빠를 뿐</a:t>
            </a:r>
          </a:p>
          <a:p>
            <a:r>
              <a:rPr sz="1800" dirty="0"/>
              <a:t>Kyber는 소수 조건이 한 끗 부족해 2차식에서 멈추는 변형(NTT²)을 쓰지만 아이디어는 동일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8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2AC1AD2-1BC1-31FE-1CB4-3295AFE66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6611" y="4155038"/>
            <a:ext cx="5318777" cy="191824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Introduction to Hash-Based Signatures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9</a:t>
            </a:fld>
            <a:endParaRPr lang="ko-KR" alt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서명의 목적: 인증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서명 스킴은 인증(authentication)을 위해 쓰인다</a:t>
            </a:r>
          </a:p>
          <a:p>
            <a:r>
              <a:rPr sz="1800" dirty="0"/>
              <a:t>데이터 무결성: 허가되지 않은 메시지 변조를 탐지한다</a:t>
            </a:r>
          </a:p>
          <a:p>
            <a:r>
              <a:rPr sz="1800" dirty="0"/>
              <a:t>데이터 출처 인증: 메시지를 보낸 주체의 신원을 검증한다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10</a:t>
            </a:fld>
            <a:endParaRPr lang="ko-KR" alt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서명 스킴의 세 알고리즘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서명 스킴은 세 개의 알고리즘으로 구성된다</a:t>
            </a:r>
          </a:p>
          <a:p>
            <a:r>
              <a:rPr sz="1800" dirty="0"/>
              <a:t>검증은 검증자가 Alice의 진짜 공개키를 가진다고 전제한다 (공개키 진위는 PKI의 몫)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11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8586584"/>
              </p:ext>
            </p:extLst>
          </p:nvPr>
        </p:nvGraphicFramePr>
        <p:xfrm>
          <a:off x="838200" y="2685746"/>
          <a:ext cx="10515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알고리즘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사용하는 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하는 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키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공개키·개인키 쌍을 만든다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개인키 (서명 키)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메시지에 대한 서명을 만든다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 검증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공개키 (검증 키)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서명된 메시지가 진짜인지 판정한다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존재적 위조 불가능성 (EUF-CMA)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정의: 계산량이 제한된 공격자가 선택 메시지 공격을 하더라도 존재적으로 위조가 불가능하면 안전하다</a:t>
            </a:r>
          </a:p>
          <a:p>
            <a:r>
              <a:rPr sz="1800" dirty="0"/>
              <a:t>선택 메시지 공격: 공격자가 서명 오라클에 원하는 메시지의 서명을 자유롭게 얻는다</a:t>
            </a:r>
          </a:p>
          <a:p>
            <a:r>
              <a:rPr sz="1800" dirty="0"/>
              <a:t>존재적 위조: 오라클에 요청한 적 없는 메시지 하나에 대해 유효한 (m, σ) 쌍을 만든다</a:t>
            </a:r>
          </a:p>
          <a:p>
            <a:r>
              <a:rPr sz="1800" dirty="0"/>
              <a:t>많은 서명을 관찰해도 새로운 유효 서명을 만들 수 없다는 강한 보장이다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12</a:t>
            </a:fld>
            <a:endParaRPr lang="ko-KR" alt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세 계열과 양자 컴퓨터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오늘 가장 널리 쓰이는 서명 계열은 셋이다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13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5754171"/>
              </p:ext>
            </p:extLst>
          </p:nvPr>
        </p:nvGraphicFramePr>
        <p:xfrm>
          <a:off x="838200" y="2423160"/>
          <a:ext cx="10515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계열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대표 스킴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대규모 양자 컴퓨터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표준화 현황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RSA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RSA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완전히 붕괴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현행 표준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타원곡선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ECDSA, EdDSA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완전히 붕괴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현행 표준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격자 기반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Dilithium, Falcon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안전 (근거 문제는 최신)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Dilithium 완료, Falcon 예정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세 계열의 공통 의존성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RSA·타원곡선·격자 기반은 각각 수론 또는 격자 난제에 기반한다</a:t>
            </a:r>
          </a:p>
          <a:p>
            <a:r>
              <a:rPr sz="1800" dirty="0"/>
              <a:t>그런데 세 계열 모두 암호학적 해시 함수의 보안 속성에도 함께 의존한다</a:t>
            </a:r>
          </a:p>
          <a:p>
            <a:r>
              <a:rPr sz="1800" dirty="0"/>
              <a:t>해시 함수는 이미 신뢰의 기반이므로, 해시만으로 서명을 세우는 접근이 자연스럽다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14</a:t>
            </a:fld>
            <a:endParaRPr lang="ko-KR" alt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기원과 유일한 primitive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Leslie Lamport가 1976년에 처음 제안했다</a:t>
            </a:r>
          </a:p>
          <a:p>
            <a:r>
              <a:rPr sz="1800" dirty="0"/>
              <a:t>Robert Winternitz와 Ralph Merkle가 1979년에 핵심 개선을 더했다</a:t>
            </a:r>
          </a:p>
          <a:p>
            <a:r>
              <a:rPr sz="1800" dirty="0"/>
              <a:t>핵심 개념은 1970년대 것이지만 양자 저항성 덕분에 지금도 유효하다</a:t>
            </a:r>
          </a:p>
          <a:p>
            <a:r>
              <a:rPr sz="1800" dirty="0"/>
              <a:t>쓰이는 암호 primitive는 해시 함수 하나뿐이다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15</a:t>
            </a:fld>
            <a:endParaRPr lang="ko-KR" alt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장점과 단점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격자 기반은 근거 문제가 비교적 최신이라 장기 저항성에 추가 검증이 필요하다</a:t>
            </a:r>
          </a:p>
          <a:p>
            <a:r>
              <a:rPr sz="1800" dirty="0"/>
              <a:t>해시 기반은 수십 년간 연구된 표준 해시 속성에만 기댄다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16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7337434"/>
              </p:ext>
            </p:extLst>
          </p:nvPr>
        </p:nvGraphicFramePr>
        <p:xfrm>
          <a:off x="838200" y="2914346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69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구분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장점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고전·양자 공격 모두에 대해 보안이 잘 이해된다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단점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공개키와 서명의 크기가 크다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세 가지 표준 스킴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LMS = Leighton-Micali Signature scheme</a:t>
            </a:r>
          </a:p>
          <a:p>
            <a:r>
              <a:rPr sz="1800" dirty="0"/>
              <a:t>XMSS = eXtended Merkle Signature Scheme</a:t>
            </a:r>
          </a:p>
          <a:p>
            <a:r>
              <a:rPr sz="1800" dirty="0"/>
              <a:t>SPHINCS+ = FIPS 205에서 SLH-DSA로 표준화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17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9616980"/>
              </p:ext>
            </p:extLst>
          </p:nvPr>
        </p:nvGraphicFramePr>
        <p:xfrm>
          <a:off x="841248" y="3291840"/>
          <a:ext cx="10515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스킴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표준 문서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세부 규격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LMS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NIST SP 800-208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IETF RFC 8554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XMSS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NIST SP 800-208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IETF RFC 8391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SPHINCS+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FIPS 205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상태 유지형 vs 무상태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표준 스킴은 서명자가 상태(state)를 관리하는지에 따라 갈린다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18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259285"/>
              </p:ext>
            </p:extLst>
          </p:nvPr>
        </p:nvGraphicFramePr>
        <p:xfrm>
          <a:off x="838200" y="2914346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94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구분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스킴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서명자의 state 관리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상태 유지형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LMS, XMSS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필요 — 저장·갱신 오류 시 보안 붕괴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무상태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SPHINCS+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불필요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마무리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서명 스킴은 키 생성·서명·검증 세 알고리즘으로 인증을 제공한다</a:t>
            </a:r>
          </a:p>
          <a:p>
            <a:r>
              <a:rPr sz="1800" dirty="0"/>
              <a:t>보안 기준은 선택 메시지 공격 하 존재적 위조 불가능성이다</a:t>
            </a:r>
          </a:p>
          <a:p>
            <a:r>
              <a:rPr sz="1800" dirty="0"/>
              <a:t>RSA·타원곡선은 양자 컴퓨터에 붕괴하고, 격자 기반은 안전하나 근거 문제가 최신이다</a:t>
            </a:r>
          </a:p>
          <a:p>
            <a:r>
              <a:rPr sz="1800" dirty="0"/>
              <a:t>해시 기반은 해시 함수 하나에만 의존해 보안이 잘 이해되지만 키·서명이 크다</a:t>
            </a:r>
          </a:p>
          <a:p>
            <a:r>
              <a:rPr sz="1800" dirty="0"/>
              <a:t>표준은 LMS·XMSS(상태 유지형)와 SPHINCS+(무상태)이다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19</a:t>
            </a:fld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PQC Navy">
      <a:dk1>
        <a:srgbClr val="0F2540"/>
      </a:dk1>
      <a:lt1>
        <a:srgbClr val="FFFFFF"/>
      </a:lt1>
      <a:dk2>
        <a:srgbClr val="0A1B2E"/>
      </a:dk2>
      <a:lt2>
        <a:srgbClr val="EEF3F7"/>
      </a:lt2>
      <a:accent1>
        <a:srgbClr val="2EC4D9"/>
      </a:accent1>
      <a:accent2>
        <a:srgbClr val="1B4B7A"/>
      </a:accent2>
      <a:accent3>
        <a:srgbClr val="5A7A96"/>
      </a:accent3>
      <a:accent4>
        <a:srgbClr val="F2A65A"/>
      </a:accent4>
      <a:accent5>
        <a:srgbClr val="8FB8C9"/>
      </a:accent5>
      <a:accent6>
        <a:srgbClr val="3F8F7A"/>
      </a:accent6>
      <a:hlink>
        <a:srgbClr val="1B7FA8"/>
      </a:hlink>
      <a:folHlink>
        <a:srgbClr val="5A7A96"/>
      </a:folHlink>
    </a:clrScheme>
    <a:fontScheme name="PQC">
      <a:majorFont>
        <a:latin typeface="Segoe UI" panose="020B05020402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0B05020402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3364</TotalTime>
  <Words>972</Words>
  <Application>Microsoft Office PowerPoint</Application>
  <PresentationFormat>와이드스크린</PresentationFormat>
  <Paragraphs>191</Paragraphs>
  <Slides>19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맑은 고딕</vt:lpstr>
      <vt:lpstr>Arial</vt:lpstr>
      <vt:lpstr>Segoe UI</vt:lpstr>
      <vt:lpstr>Office 테마</vt:lpstr>
      <vt:lpstr>Post-Quantum Cryptography</vt:lpstr>
      <vt:lpstr>Plan</vt:lpstr>
      <vt:lpstr>NTT 정리</vt:lpstr>
      <vt:lpstr>왜 NTT인가: 다항식 곱셈이라는 병목</vt:lpstr>
      <vt:lpstr>핵심 아이디어: 표현을 바꾸면 곱셈이 점별 곱</vt:lpstr>
      <vt:lpstr>NTT를 빠르게: 반씩 쪼개기</vt:lpstr>
      <vt:lpstr>리프 순서와 비트 반전</vt:lpstr>
      <vt:lpstr>결과: 얼마나 빨라지고, 무엇이 그대로인가</vt:lpstr>
      <vt:lpstr>Introduction to Hash-Based Signatures</vt:lpstr>
      <vt:lpstr>서명의 목적: 인증</vt:lpstr>
      <vt:lpstr>서명 스킴의 세 알고리즘</vt:lpstr>
      <vt:lpstr>존재적 위조 불가능성 (EUF-CMA)</vt:lpstr>
      <vt:lpstr>세 계열과 양자 컴퓨터</vt:lpstr>
      <vt:lpstr>세 계열의 공통 의존성</vt:lpstr>
      <vt:lpstr>기원과 유일한 primitive</vt:lpstr>
      <vt:lpstr>장점과 단점</vt:lpstr>
      <vt:lpstr>세 가지 표준 스킴</vt:lpstr>
      <vt:lpstr>상태 유지형 vs 무상태</vt:lpstr>
      <vt:lpstr>마무리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750</cp:revision>
  <dcterms:created xsi:type="dcterms:W3CDTF">2026-03-17T05:07:50Z</dcterms:created>
  <dcterms:modified xsi:type="dcterms:W3CDTF">2026-09-02T06:56:49Z</dcterms:modified>
</cp:coreProperties>
</file>