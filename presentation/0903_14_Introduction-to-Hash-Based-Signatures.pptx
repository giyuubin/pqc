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14. Introduction to Hash-Based Signatures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sz="1800" dirty="0"/>
              <a:t>서명 스킴이란 무엇인가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보안 정의: 선택 메시지 공격 하 존재적 위조 불가능성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스킴의 세 계열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해시 기반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표준화된 해시 기반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로드맵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스킴이란 무엇인가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1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서명의 목적: 인증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인증(authentication)을 위해 쓰인다</a:t>
            </a:r>
          </a:p>
          <a:p>
            <a:r>
              <a:rPr sz="1800" dirty="0"/>
              <a:t>데이터 무결성: 허가되지 않은 메시지 변조를 탐지한다</a:t>
            </a:r>
          </a:p>
          <a:p>
            <a:r>
              <a:rPr sz="1800" dirty="0"/>
              <a:t>데이터 출처 인증: 메시지를 보낸 주체의 신원을 검증한다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스킴의 세 알고리즘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세 개의 알고리즘으로 구성된다</a:t>
            </a:r>
          </a:p>
          <a:p>
            <a:r>
              <a:rPr sz="1800" dirty="0"/>
              <a:t>검증은 검증자가 Alice의 진짜 공개키를 가진다고 전제한다 (공개키 진위는 PKI의 몫)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994529"/>
              </p:ext>
            </p:extLst>
          </p:nvPr>
        </p:nvGraphicFramePr>
        <p:xfrm>
          <a:off x="841248" y="265176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알고리즘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사용하는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하는 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공개키·개인키 쌍을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 (서명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메시지에 대한 서명을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(검증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서명된 메시지가 진짜인지 판정한다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보안 정의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2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존재적 위조 불가능성 (EUF-CMA)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정의: 계산량이 제한된 공격자가 선택 메시지 공격을 하더라도 존재적으로 위조가 불가능하면 안전하다</a:t>
            </a:r>
          </a:p>
          <a:p>
            <a:r>
              <a:rPr sz="1800" dirty="0"/>
              <a:t>선택 메시지 공격: 공격자가 서명 오라클에 원하는 메시지의 서명을 자유롭게 얻는다</a:t>
            </a:r>
          </a:p>
          <a:p>
            <a:r>
              <a:rPr sz="1800" dirty="0"/>
              <a:t>존재적 위조: 오라클에 요청한 적 없는 메시지 하나에 대해 유효한 (m, σ) 쌍을 만든다</a:t>
            </a:r>
          </a:p>
          <a:p>
            <a:r>
              <a:rPr sz="1800" dirty="0"/>
              <a:t>많은 서명을 관찰해도 새로운 유효 서명을 만들 수 없다는 강한 보장이다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스킴의 세 계열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3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계열과 양자 컴퓨터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오늘 가장 널리 쓰이는 서명 계열은 셋이다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0908701"/>
              </p:ext>
            </p:extLst>
          </p:nvPr>
        </p:nvGraphicFramePr>
        <p:xfrm>
          <a:off x="841248" y="21945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계열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대표 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대규모 양자 컴퓨터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표준화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타원곡선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ECDSA, EdDSA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격자 기반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Dilithium, Falcon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안전 (근거 문제는 최신)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 완료, Falcon 예정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계열의 공통 의존성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RSA·타원곡선·격자 기반은 각각 수론 또는 격자 난제에 기반한다</a:t>
            </a:r>
          </a:p>
          <a:p>
            <a:r>
              <a:rPr sz="1800" dirty="0"/>
              <a:t>그런데 세 계열 모두 암호학적 해시 함수의 보안 속성에도 함께 의존한다</a:t>
            </a:r>
          </a:p>
          <a:p>
            <a:r>
              <a:rPr sz="1800" dirty="0"/>
              <a:t>해시 함수는 이미 신뢰의 기반이므로, 해시만으로 서명을 세우는 접근이 자연스럽다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기반 서명 스킴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4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기원과 유일한 primitive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1976년에 처음 제안했다</a:t>
            </a:r>
          </a:p>
          <a:p>
            <a:r>
              <a:rPr sz="1800" dirty="0"/>
              <a:t>Robert Winternitz와 Ralph Merkle가 1979년에 핵심 개선을 더했다</a:t>
            </a:r>
          </a:p>
          <a:p>
            <a:r>
              <a:rPr sz="1800" dirty="0"/>
              <a:t>핵심 개념은 1970년대 것이지만 양자 저항성 덕분에 지금도 유효하다</a:t>
            </a:r>
          </a:p>
          <a:p>
            <a:r>
              <a:rPr sz="1800" dirty="0"/>
              <a:t>쓰이는 암호 primitive는 해시 함수 하나뿐이다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장점과 단점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격자 기반은 근거 문제가 비교적 최신이라 장기 저항성에 추가 검증이 필요하다</a:t>
            </a:r>
          </a:p>
          <a:p>
            <a:r>
              <a:rPr sz="1800" dirty="0"/>
              <a:t>해시 기반은 수십 년간 연구된 표준 해시 속성에만 기댄다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101425"/>
              </p:ext>
            </p:extLst>
          </p:nvPr>
        </p:nvGraphicFramePr>
        <p:xfrm>
          <a:off x="841248" y="301752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고전·양자 공격 모두에 대해 보안이 잘 이해된다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공개키와 서명의 크기가 크다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표준화된 해시 기반 서명 스킴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5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표준 스킴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LMS = Leighton-Micali Signature scheme</a:t>
            </a:r>
          </a:p>
          <a:p>
            <a:r>
              <a:rPr sz="1800" dirty="0"/>
              <a:t>XMSS = eXtended Merkle Signature Scheme</a:t>
            </a:r>
          </a:p>
          <a:p>
            <a:r>
              <a:rPr sz="1800" dirty="0"/>
              <a:t>SPHINCS+ = FIPS 205에서 SLH-DSA로 표준화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616980"/>
              </p:ext>
            </p:extLst>
          </p:nvPr>
        </p:nvGraphicFramePr>
        <p:xfrm>
          <a:off x="841248" y="329184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 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세부 규격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8554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8391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FIPS 205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상태 유지형 vs 무상태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표준 스킴은 서명자가 상태(state)를 관리하는지에 따라 갈린다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336050"/>
              </p:ext>
            </p:extLst>
          </p:nvPr>
        </p:nvGraphicFramePr>
        <p:xfrm>
          <a:off x="841248" y="237744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서명자의 state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상태 유지형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LMS, 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필요 — 저장·갱신 오류 시 보안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무상태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불필요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로드맵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Part 6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코스 로드맵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이 코스는 여섯 개의 영상으로 이어진다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50975"/>
              </p:ext>
            </p:extLst>
          </p:nvPr>
        </p:nvGraphicFramePr>
        <p:xfrm>
          <a:off x="841248" y="210312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주제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V1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도입 (오늘)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해시 함수의 보안 속성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Lamport 서명 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V4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Lamport 서명의 한계와 해결책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V5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Leighton-Micali 서명 스킴 (LMS)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V6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키 생성·서명·검증 세 알고리즘으로 인증을 제공한다</a:t>
            </a:r>
          </a:p>
          <a:p>
            <a:r>
              <a:rPr sz="1800" dirty="0"/>
              <a:t>보안 기준은 선택 메시지 공격 하 존재적 위조 불가능성이다</a:t>
            </a:r>
          </a:p>
          <a:p>
            <a:r>
              <a:rPr sz="1800" dirty="0"/>
              <a:t>RSA·타원곡선은 양자 컴퓨터에 붕괴하고, 격자 기반은 안전하나 근거 문제가 최신이다</a:t>
            </a:r>
          </a:p>
          <a:p>
            <a:r>
              <a:rPr sz="1800" dirty="0"/>
              <a:t>해시 기반은 해시 함수 하나에만 의존해 보안이 잘 이해되지만 키·서명이 크다</a:t>
            </a:r>
          </a:p>
          <a:p>
            <a:r>
              <a:rPr sz="1800" dirty="0"/>
              <a:t>표준은 LMS·XMSS(상태 유지형)와 SPHINCS+(무상태)이다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3316</TotalTime>
  <Words>586</Words>
  <Application>Microsoft Office PowerPoint</Application>
  <PresentationFormat>와이드스크린</PresentationFormat>
  <Paragraphs>148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Segoe UI</vt:lpstr>
      <vt:lpstr>Office 테마</vt:lpstr>
      <vt:lpstr>Post-Quantum Cryptography</vt:lpstr>
      <vt:lpstr>Plan</vt:lpstr>
      <vt:lpstr>서명 스킴이란 무엇인가</vt:lpstr>
      <vt:lpstr>서명의 목적: 인증</vt:lpstr>
      <vt:lpstr>서명 스킴의 세 알고리즘</vt:lpstr>
      <vt:lpstr>보안 정의</vt:lpstr>
      <vt:lpstr>존재적 위조 불가능성 (EUF-CMA)</vt:lpstr>
      <vt:lpstr>서명 스킴의 세 계열</vt:lpstr>
      <vt:lpstr>세 계열과 양자 컴퓨터</vt:lpstr>
      <vt:lpstr>세 계열의 공통 의존성</vt:lpstr>
      <vt:lpstr>해시 기반 서명 스킴</vt:lpstr>
      <vt:lpstr>기원과 유일한 primitive</vt:lpstr>
      <vt:lpstr>장점과 단점</vt:lpstr>
      <vt:lpstr>표준화된 해시 기반 서명 스킴</vt:lpstr>
      <vt:lpstr>세 가지 표준 스킴</vt:lpstr>
      <vt:lpstr>상태 유지형 vs 무상태</vt:lpstr>
      <vt:lpstr>로드맵</vt:lpstr>
      <vt:lpstr>코스 로드맵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705</cp:revision>
  <dcterms:created xsi:type="dcterms:W3CDTF">2026-03-17T05:07:50Z</dcterms:created>
  <dcterms:modified xsi:type="dcterms:W3CDTF">2026-08-31T13:17:17Z</dcterms:modified>
</cp:coreProperties>
</file>