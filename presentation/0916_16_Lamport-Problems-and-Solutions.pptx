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규빈 박" initials="규박" lastIdx="12" clrIdx="0">
    <p:extLst>
      <p:ext uri="{19B8F6BF-5375-455C-9EA6-DF929625EA0E}">
        <p15:presenceInfo xmlns:p15="http://schemas.microsoft.com/office/powerpoint/2012/main" userId="b405f47f44f6c53f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테마 스타일 1 - 강조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C083E6E3-FA7D-4D7B-A595-EF9225AFEA82}" styleName="밝은 스타일 1 - 강조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F2DE63D5-997A-4646-A377-4702673A728D}" styleName="밝은 스타일 2 - 강조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9D7B26C5-4107-4FEC-AEDC-1716B250A1EF}" styleName="밝은 스타일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7E9639D4-E3E2-4D34-9284-5A2195B3D0D7}" styleName="밝은 스타일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80" d="100"/>
          <a:sy n="80" d="100"/>
        </p:scale>
        <p:origin x="782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4" d="100"/>
          <a:sy n="64" d="100"/>
        </p:scale>
        <p:origin x="3192" y="8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commentAuthors" Target="commentAuthor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 dirty="0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52B40C2-3351-40A2-B46D-4B4F877A79B2}" type="datetimeFigureOut">
              <a:rPr lang="ko-KR" altLang="en-US" smtClean="0"/>
              <a:t>2026-09-17</a:t>
            </a:fld>
            <a:endParaRPr lang="ko-KR" altLang="en-US" dirty="0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 dirty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13BC5EA-D886-4875-B891-B25A6CC49088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8755287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배경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rgbClr val="14304F"/>
              </a:gs>
              <a:gs pos="60000">
                <a:srgbClr val="0F2540"/>
              </a:gs>
              <a:gs pos="100000">
                <a:srgbClr val="0A1B2E"/>
              </a:gs>
            </a:gsLst>
            <a:lin ang="2700000" scaled="0"/>
          </a:gradFill>
          <a:ln>
            <a:noFill/>
          </a:ln>
        </p:spPr>
        <p:txBody>
          <a:bodyPr/>
          <a:lstStyle/>
          <a:p>
            <a:endParaRPr lang="ko-KR" dirty="0"/>
          </a:p>
        </p:txBody>
      </p:sp>
      <p:grpSp>
        <p:nvGrpSpPr>
          <p:cNvPr id="200" name="격자 패턴"/>
          <p:cNvGrpSpPr/>
          <p:nvPr userDrawn="1"/>
        </p:nvGrpSpPr>
        <p:grpSpPr>
          <a:xfrm>
            <a:off x="9900000" y="4700000"/>
            <a:ext cx="2108200" cy="2108200"/>
            <a:chOff x="9900000" y="4700000"/>
            <a:chExt cx="2108200" cy="2108200"/>
          </a:xfrm>
        </p:grpSpPr>
        <p:sp>
          <p:nvSpPr>
            <p:cNvPr id="201" name="점 201"/>
            <p:cNvSpPr/>
            <p:nvPr userDrawn="1"/>
          </p:nvSpPr>
          <p:spPr>
            <a:xfrm>
              <a:off x="9900000" y="4700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 dirty="0"/>
            </a:p>
          </p:txBody>
        </p:sp>
        <p:sp>
          <p:nvSpPr>
            <p:cNvPr id="202" name="점 202"/>
            <p:cNvSpPr/>
            <p:nvPr userDrawn="1"/>
          </p:nvSpPr>
          <p:spPr>
            <a:xfrm>
              <a:off x="10154000" y="4700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 dirty="0"/>
            </a:p>
          </p:txBody>
        </p:sp>
        <p:sp>
          <p:nvSpPr>
            <p:cNvPr id="203" name="점 203"/>
            <p:cNvSpPr/>
            <p:nvPr userDrawn="1"/>
          </p:nvSpPr>
          <p:spPr>
            <a:xfrm>
              <a:off x="10408000" y="4700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 dirty="0"/>
            </a:p>
          </p:txBody>
        </p:sp>
        <p:sp>
          <p:nvSpPr>
            <p:cNvPr id="204" name="점 204"/>
            <p:cNvSpPr/>
            <p:nvPr userDrawn="1"/>
          </p:nvSpPr>
          <p:spPr>
            <a:xfrm>
              <a:off x="10662000" y="4700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 dirty="0"/>
            </a:p>
          </p:txBody>
        </p:sp>
        <p:sp>
          <p:nvSpPr>
            <p:cNvPr id="205" name="점 205"/>
            <p:cNvSpPr/>
            <p:nvPr userDrawn="1"/>
          </p:nvSpPr>
          <p:spPr>
            <a:xfrm>
              <a:off x="10916000" y="4700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 dirty="0"/>
            </a:p>
          </p:txBody>
        </p:sp>
        <p:sp>
          <p:nvSpPr>
            <p:cNvPr id="206" name="점 206"/>
            <p:cNvSpPr/>
            <p:nvPr userDrawn="1"/>
          </p:nvSpPr>
          <p:spPr>
            <a:xfrm>
              <a:off x="11170000" y="4700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 dirty="0"/>
            </a:p>
          </p:txBody>
        </p:sp>
        <p:sp>
          <p:nvSpPr>
            <p:cNvPr id="207" name="점 207"/>
            <p:cNvSpPr/>
            <p:nvPr userDrawn="1"/>
          </p:nvSpPr>
          <p:spPr>
            <a:xfrm>
              <a:off x="11424000" y="4700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 dirty="0"/>
            </a:p>
          </p:txBody>
        </p:sp>
        <p:sp>
          <p:nvSpPr>
            <p:cNvPr id="208" name="점 208"/>
            <p:cNvSpPr/>
            <p:nvPr userDrawn="1"/>
          </p:nvSpPr>
          <p:spPr>
            <a:xfrm>
              <a:off x="11678000" y="4700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 dirty="0"/>
            </a:p>
          </p:txBody>
        </p:sp>
        <p:sp>
          <p:nvSpPr>
            <p:cNvPr id="209" name="점 209"/>
            <p:cNvSpPr/>
            <p:nvPr userDrawn="1"/>
          </p:nvSpPr>
          <p:spPr>
            <a:xfrm>
              <a:off x="11932000" y="4700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 dirty="0"/>
            </a:p>
          </p:txBody>
        </p:sp>
        <p:sp>
          <p:nvSpPr>
            <p:cNvPr id="210" name="점 210"/>
            <p:cNvSpPr/>
            <p:nvPr userDrawn="1"/>
          </p:nvSpPr>
          <p:spPr>
            <a:xfrm>
              <a:off x="9900000" y="4954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 dirty="0"/>
            </a:p>
          </p:txBody>
        </p:sp>
        <p:sp>
          <p:nvSpPr>
            <p:cNvPr id="211" name="점 211"/>
            <p:cNvSpPr/>
            <p:nvPr userDrawn="1"/>
          </p:nvSpPr>
          <p:spPr>
            <a:xfrm>
              <a:off x="10154000" y="4954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 dirty="0"/>
            </a:p>
          </p:txBody>
        </p:sp>
        <p:sp>
          <p:nvSpPr>
            <p:cNvPr id="212" name="점 212"/>
            <p:cNvSpPr/>
            <p:nvPr userDrawn="1"/>
          </p:nvSpPr>
          <p:spPr>
            <a:xfrm>
              <a:off x="10408000" y="4954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 dirty="0"/>
            </a:p>
          </p:txBody>
        </p:sp>
        <p:sp>
          <p:nvSpPr>
            <p:cNvPr id="213" name="점 213"/>
            <p:cNvSpPr/>
            <p:nvPr userDrawn="1"/>
          </p:nvSpPr>
          <p:spPr>
            <a:xfrm>
              <a:off x="10662000" y="4954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 dirty="0"/>
            </a:p>
          </p:txBody>
        </p:sp>
        <p:sp>
          <p:nvSpPr>
            <p:cNvPr id="214" name="점 214"/>
            <p:cNvSpPr/>
            <p:nvPr userDrawn="1"/>
          </p:nvSpPr>
          <p:spPr>
            <a:xfrm>
              <a:off x="10916000" y="4954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 dirty="0"/>
            </a:p>
          </p:txBody>
        </p:sp>
        <p:sp>
          <p:nvSpPr>
            <p:cNvPr id="215" name="점 215"/>
            <p:cNvSpPr/>
            <p:nvPr userDrawn="1"/>
          </p:nvSpPr>
          <p:spPr>
            <a:xfrm>
              <a:off x="11170000" y="4954000"/>
              <a:ext cx="76200" cy="76200"/>
            </a:xfrm>
            <a:prstGeom prst="ellipse">
              <a:avLst/>
            </a:prstGeom>
            <a:solidFill>
              <a:srgbClr val="2EC4D9">
                <a:alpha val="60000"/>
              </a:srgbClr>
            </a:solidFill>
            <a:ln>
              <a:noFill/>
            </a:ln>
          </p:spPr>
          <p:txBody>
            <a:bodyPr/>
            <a:lstStyle/>
            <a:p>
              <a:endParaRPr lang="ko-KR" dirty="0"/>
            </a:p>
          </p:txBody>
        </p:sp>
        <p:sp>
          <p:nvSpPr>
            <p:cNvPr id="216" name="점 216"/>
            <p:cNvSpPr/>
            <p:nvPr userDrawn="1"/>
          </p:nvSpPr>
          <p:spPr>
            <a:xfrm>
              <a:off x="11424000" y="4954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 dirty="0"/>
            </a:p>
          </p:txBody>
        </p:sp>
        <p:sp>
          <p:nvSpPr>
            <p:cNvPr id="217" name="점 217"/>
            <p:cNvSpPr/>
            <p:nvPr userDrawn="1"/>
          </p:nvSpPr>
          <p:spPr>
            <a:xfrm>
              <a:off x="11678000" y="4954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 dirty="0"/>
            </a:p>
          </p:txBody>
        </p:sp>
        <p:sp>
          <p:nvSpPr>
            <p:cNvPr id="218" name="점 218"/>
            <p:cNvSpPr/>
            <p:nvPr userDrawn="1"/>
          </p:nvSpPr>
          <p:spPr>
            <a:xfrm>
              <a:off x="11932000" y="4954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 dirty="0"/>
            </a:p>
          </p:txBody>
        </p:sp>
        <p:sp>
          <p:nvSpPr>
            <p:cNvPr id="219" name="점 219"/>
            <p:cNvSpPr/>
            <p:nvPr userDrawn="1"/>
          </p:nvSpPr>
          <p:spPr>
            <a:xfrm>
              <a:off x="9900000" y="5208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 dirty="0"/>
            </a:p>
          </p:txBody>
        </p:sp>
        <p:sp>
          <p:nvSpPr>
            <p:cNvPr id="220" name="점 220"/>
            <p:cNvSpPr/>
            <p:nvPr userDrawn="1"/>
          </p:nvSpPr>
          <p:spPr>
            <a:xfrm>
              <a:off x="10154000" y="5208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 dirty="0"/>
            </a:p>
          </p:txBody>
        </p:sp>
        <p:sp>
          <p:nvSpPr>
            <p:cNvPr id="221" name="점 221"/>
            <p:cNvSpPr/>
            <p:nvPr userDrawn="1"/>
          </p:nvSpPr>
          <p:spPr>
            <a:xfrm>
              <a:off x="10408000" y="5208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 dirty="0"/>
            </a:p>
          </p:txBody>
        </p:sp>
        <p:sp>
          <p:nvSpPr>
            <p:cNvPr id="222" name="점 222"/>
            <p:cNvSpPr/>
            <p:nvPr userDrawn="1"/>
          </p:nvSpPr>
          <p:spPr>
            <a:xfrm>
              <a:off x="10662000" y="5208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 dirty="0"/>
            </a:p>
          </p:txBody>
        </p:sp>
        <p:sp>
          <p:nvSpPr>
            <p:cNvPr id="223" name="점 223"/>
            <p:cNvSpPr/>
            <p:nvPr userDrawn="1"/>
          </p:nvSpPr>
          <p:spPr>
            <a:xfrm>
              <a:off x="10916000" y="5208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 dirty="0"/>
            </a:p>
          </p:txBody>
        </p:sp>
        <p:sp>
          <p:nvSpPr>
            <p:cNvPr id="224" name="점 224"/>
            <p:cNvSpPr/>
            <p:nvPr userDrawn="1"/>
          </p:nvSpPr>
          <p:spPr>
            <a:xfrm>
              <a:off x="11170000" y="5208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 dirty="0"/>
            </a:p>
          </p:txBody>
        </p:sp>
        <p:sp>
          <p:nvSpPr>
            <p:cNvPr id="225" name="점 225"/>
            <p:cNvSpPr/>
            <p:nvPr userDrawn="1"/>
          </p:nvSpPr>
          <p:spPr>
            <a:xfrm>
              <a:off x="11424000" y="5208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 dirty="0"/>
            </a:p>
          </p:txBody>
        </p:sp>
        <p:sp>
          <p:nvSpPr>
            <p:cNvPr id="226" name="점 226"/>
            <p:cNvSpPr/>
            <p:nvPr userDrawn="1"/>
          </p:nvSpPr>
          <p:spPr>
            <a:xfrm>
              <a:off x="11678000" y="5208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 dirty="0"/>
            </a:p>
          </p:txBody>
        </p:sp>
        <p:sp>
          <p:nvSpPr>
            <p:cNvPr id="227" name="점 227"/>
            <p:cNvSpPr/>
            <p:nvPr userDrawn="1"/>
          </p:nvSpPr>
          <p:spPr>
            <a:xfrm>
              <a:off x="11932000" y="5208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 dirty="0"/>
            </a:p>
          </p:txBody>
        </p:sp>
        <p:sp>
          <p:nvSpPr>
            <p:cNvPr id="228" name="점 228"/>
            <p:cNvSpPr/>
            <p:nvPr userDrawn="1"/>
          </p:nvSpPr>
          <p:spPr>
            <a:xfrm>
              <a:off x="9900000" y="5462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 dirty="0"/>
            </a:p>
          </p:txBody>
        </p:sp>
        <p:sp>
          <p:nvSpPr>
            <p:cNvPr id="229" name="점 229"/>
            <p:cNvSpPr/>
            <p:nvPr userDrawn="1"/>
          </p:nvSpPr>
          <p:spPr>
            <a:xfrm>
              <a:off x="10154000" y="5462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 dirty="0"/>
            </a:p>
          </p:txBody>
        </p:sp>
        <p:sp>
          <p:nvSpPr>
            <p:cNvPr id="230" name="점 230"/>
            <p:cNvSpPr/>
            <p:nvPr userDrawn="1"/>
          </p:nvSpPr>
          <p:spPr>
            <a:xfrm>
              <a:off x="10408000" y="5462000"/>
              <a:ext cx="76200" cy="76200"/>
            </a:xfrm>
            <a:prstGeom prst="ellipse">
              <a:avLst/>
            </a:prstGeom>
            <a:solidFill>
              <a:srgbClr val="2EC4D9">
                <a:alpha val="60000"/>
              </a:srgbClr>
            </a:solidFill>
            <a:ln>
              <a:noFill/>
            </a:ln>
          </p:spPr>
          <p:txBody>
            <a:bodyPr/>
            <a:lstStyle/>
            <a:p>
              <a:endParaRPr lang="ko-KR" dirty="0"/>
            </a:p>
          </p:txBody>
        </p:sp>
        <p:sp>
          <p:nvSpPr>
            <p:cNvPr id="231" name="점 231"/>
            <p:cNvSpPr/>
            <p:nvPr userDrawn="1"/>
          </p:nvSpPr>
          <p:spPr>
            <a:xfrm>
              <a:off x="10662000" y="5462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 dirty="0"/>
            </a:p>
          </p:txBody>
        </p:sp>
        <p:sp>
          <p:nvSpPr>
            <p:cNvPr id="232" name="점 232"/>
            <p:cNvSpPr/>
            <p:nvPr userDrawn="1"/>
          </p:nvSpPr>
          <p:spPr>
            <a:xfrm>
              <a:off x="10916000" y="5462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 dirty="0"/>
            </a:p>
          </p:txBody>
        </p:sp>
        <p:sp>
          <p:nvSpPr>
            <p:cNvPr id="233" name="점 233"/>
            <p:cNvSpPr/>
            <p:nvPr userDrawn="1"/>
          </p:nvSpPr>
          <p:spPr>
            <a:xfrm>
              <a:off x="11170000" y="5462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 dirty="0"/>
            </a:p>
          </p:txBody>
        </p:sp>
        <p:sp>
          <p:nvSpPr>
            <p:cNvPr id="234" name="점 234"/>
            <p:cNvSpPr/>
            <p:nvPr userDrawn="1"/>
          </p:nvSpPr>
          <p:spPr>
            <a:xfrm>
              <a:off x="11424000" y="5462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 dirty="0"/>
            </a:p>
          </p:txBody>
        </p:sp>
        <p:sp>
          <p:nvSpPr>
            <p:cNvPr id="235" name="점 235"/>
            <p:cNvSpPr/>
            <p:nvPr userDrawn="1"/>
          </p:nvSpPr>
          <p:spPr>
            <a:xfrm>
              <a:off x="11678000" y="5462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 dirty="0"/>
            </a:p>
          </p:txBody>
        </p:sp>
        <p:sp>
          <p:nvSpPr>
            <p:cNvPr id="236" name="점 236"/>
            <p:cNvSpPr/>
            <p:nvPr userDrawn="1"/>
          </p:nvSpPr>
          <p:spPr>
            <a:xfrm>
              <a:off x="11932000" y="5462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 dirty="0"/>
            </a:p>
          </p:txBody>
        </p:sp>
        <p:sp>
          <p:nvSpPr>
            <p:cNvPr id="237" name="점 237"/>
            <p:cNvSpPr/>
            <p:nvPr userDrawn="1"/>
          </p:nvSpPr>
          <p:spPr>
            <a:xfrm>
              <a:off x="9900000" y="5716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 dirty="0"/>
            </a:p>
          </p:txBody>
        </p:sp>
        <p:sp>
          <p:nvSpPr>
            <p:cNvPr id="238" name="점 238"/>
            <p:cNvSpPr/>
            <p:nvPr userDrawn="1"/>
          </p:nvSpPr>
          <p:spPr>
            <a:xfrm>
              <a:off x="10154000" y="5716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 dirty="0"/>
            </a:p>
          </p:txBody>
        </p:sp>
        <p:sp>
          <p:nvSpPr>
            <p:cNvPr id="239" name="점 239"/>
            <p:cNvSpPr/>
            <p:nvPr userDrawn="1"/>
          </p:nvSpPr>
          <p:spPr>
            <a:xfrm>
              <a:off x="10408000" y="5716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 dirty="0"/>
            </a:p>
          </p:txBody>
        </p:sp>
        <p:sp>
          <p:nvSpPr>
            <p:cNvPr id="240" name="점 240"/>
            <p:cNvSpPr/>
            <p:nvPr userDrawn="1"/>
          </p:nvSpPr>
          <p:spPr>
            <a:xfrm>
              <a:off x="10662000" y="5716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 dirty="0"/>
            </a:p>
          </p:txBody>
        </p:sp>
        <p:sp>
          <p:nvSpPr>
            <p:cNvPr id="241" name="점 241"/>
            <p:cNvSpPr/>
            <p:nvPr userDrawn="1"/>
          </p:nvSpPr>
          <p:spPr>
            <a:xfrm>
              <a:off x="10916000" y="5716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 dirty="0"/>
            </a:p>
          </p:txBody>
        </p:sp>
        <p:sp>
          <p:nvSpPr>
            <p:cNvPr id="242" name="점 242"/>
            <p:cNvSpPr/>
            <p:nvPr userDrawn="1"/>
          </p:nvSpPr>
          <p:spPr>
            <a:xfrm>
              <a:off x="11170000" y="5716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 dirty="0"/>
            </a:p>
          </p:txBody>
        </p:sp>
        <p:sp>
          <p:nvSpPr>
            <p:cNvPr id="243" name="점 243"/>
            <p:cNvSpPr/>
            <p:nvPr userDrawn="1"/>
          </p:nvSpPr>
          <p:spPr>
            <a:xfrm>
              <a:off x="11424000" y="5716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 dirty="0"/>
            </a:p>
          </p:txBody>
        </p:sp>
        <p:sp>
          <p:nvSpPr>
            <p:cNvPr id="244" name="점 244"/>
            <p:cNvSpPr/>
            <p:nvPr userDrawn="1"/>
          </p:nvSpPr>
          <p:spPr>
            <a:xfrm>
              <a:off x="11678000" y="5716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 dirty="0"/>
            </a:p>
          </p:txBody>
        </p:sp>
        <p:sp>
          <p:nvSpPr>
            <p:cNvPr id="245" name="점 245"/>
            <p:cNvSpPr/>
            <p:nvPr userDrawn="1"/>
          </p:nvSpPr>
          <p:spPr>
            <a:xfrm>
              <a:off x="11932000" y="5716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 dirty="0"/>
            </a:p>
          </p:txBody>
        </p:sp>
        <p:sp>
          <p:nvSpPr>
            <p:cNvPr id="246" name="점 246"/>
            <p:cNvSpPr/>
            <p:nvPr userDrawn="1"/>
          </p:nvSpPr>
          <p:spPr>
            <a:xfrm>
              <a:off x="9900000" y="5970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 dirty="0"/>
            </a:p>
          </p:txBody>
        </p:sp>
        <p:sp>
          <p:nvSpPr>
            <p:cNvPr id="247" name="점 247"/>
            <p:cNvSpPr/>
            <p:nvPr userDrawn="1"/>
          </p:nvSpPr>
          <p:spPr>
            <a:xfrm>
              <a:off x="10154000" y="5970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 dirty="0"/>
            </a:p>
          </p:txBody>
        </p:sp>
        <p:sp>
          <p:nvSpPr>
            <p:cNvPr id="248" name="점 248"/>
            <p:cNvSpPr/>
            <p:nvPr userDrawn="1"/>
          </p:nvSpPr>
          <p:spPr>
            <a:xfrm>
              <a:off x="10408000" y="5970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 dirty="0"/>
            </a:p>
          </p:txBody>
        </p:sp>
        <p:sp>
          <p:nvSpPr>
            <p:cNvPr id="249" name="점 249"/>
            <p:cNvSpPr/>
            <p:nvPr userDrawn="1"/>
          </p:nvSpPr>
          <p:spPr>
            <a:xfrm>
              <a:off x="10662000" y="5970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 dirty="0"/>
            </a:p>
          </p:txBody>
        </p:sp>
        <p:sp>
          <p:nvSpPr>
            <p:cNvPr id="250" name="점 250"/>
            <p:cNvSpPr/>
            <p:nvPr userDrawn="1"/>
          </p:nvSpPr>
          <p:spPr>
            <a:xfrm>
              <a:off x="10916000" y="5970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 dirty="0"/>
            </a:p>
          </p:txBody>
        </p:sp>
        <p:sp>
          <p:nvSpPr>
            <p:cNvPr id="251" name="점 251"/>
            <p:cNvSpPr/>
            <p:nvPr userDrawn="1"/>
          </p:nvSpPr>
          <p:spPr>
            <a:xfrm>
              <a:off x="11170000" y="5970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 dirty="0"/>
            </a:p>
          </p:txBody>
        </p:sp>
        <p:sp>
          <p:nvSpPr>
            <p:cNvPr id="252" name="점 252"/>
            <p:cNvSpPr/>
            <p:nvPr userDrawn="1"/>
          </p:nvSpPr>
          <p:spPr>
            <a:xfrm>
              <a:off x="11424000" y="5970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 dirty="0"/>
            </a:p>
          </p:txBody>
        </p:sp>
        <p:sp>
          <p:nvSpPr>
            <p:cNvPr id="253" name="점 253"/>
            <p:cNvSpPr/>
            <p:nvPr userDrawn="1"/>
          </p:nvSpPr>
          <p:spPr>
            <a:xfrm>
              <a:off x="11678000" y="5970000"/>
              <a:ext cx="76200" cy="76200"/>
            </a:xfrm>
            <a:prstGeom prst="ellipse">
              <a:avLst/>
            </a:prstGeom>
            <a:solidFill>
              <a:srgbClr val="2EC4D9">
                <a:alpha val="60000"/>
              </a:srgbClr>
            </a:solidFill>
            <a:ln>
              <a:noFill/>
            </a:ln>
          </p:spPr>
          <p:txBody>
            <a:bodyPr/>
            <a:lstStyle/>
            <a:p>
              <a:endParaRPr lang="ko-KR" dirty="0"/>
            </a:p>
          </p:txBody>
        </p:sp>
        <p:sp>
          <p:nvSpPr>
            <p:cNvPr id="254" name="점 254"/>
            <p:cNvSpPr/>
            <p:nvPr userDrawn="1"/>
          </p:nvSpPr>
          <p:spPr>
            <a:xfrm>
              <a:off x="11932000" y="5970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 dirty="0"/>
            </a:p>
          </p:txBody>
        </p:sp>
        <p:sp>
          <p:nvSpPr>
            <p:cNvPr id="255" name="점 255"/>
            <p:cNvSpPr/>
            <p:nvPr userDrawn="1"/>
          </p:nvSpPr>
          <p:spPr>
            <a:xfrm>
              <a:off x="9900000" y="6224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 dirty="0"/>
            </a:p>
          </p:txBody>
        </p:sp>
        <p:sp>
          <p:nvSpPr>
            <p:cNvPr id="256" name="점 256"/>
            <p:cNvSpPr/>
            <p:nvPr userDrawn="1"/>
          </p:nvSpPr>
          <p:spPr>
            <a:xfrm>
              <a:off x="10154000" y="6224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 dirty="0"/>
            </a:p>
          </p:txBody>
        </p:sp>
        <p:sp>
          <p:nvSpPr>
            <p:cNvPr id="257" name="점 257"/>
            <p:cNvSpPr/>
            <p:nvPr userDrawn="1"/>
          </p:nvSpPr>
          <p:spPr>
            <a:xfrm>
              <a:off x="10408000" y="6224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 dirty="0"/>
            </a:p>
          </p:txBody>
        </p:sp>
        <p:sp>
          <p:nvSpPr>
            <p:cNvPr id="258" name="점 258"/>
            <p:cNvSpPr/>
            <p:nvPr userDrawn="1"/>
          </p:nvSpPr>
          <p:spPr>
            <a:xfrm>
              <a:off x="10662000" y="6224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 dirty="0"/>
            </a:p>
          </p:txBody>
        </p:sp>
        <p:sp>
          <p:nvSpPr>
            <p:cNvPr id="259" name="점 259"/>
            <p:cNvSpPr/>
            <p:nvPr userDrawn="1"/>
          </p:nvSpPr>
          <p:spPr>
            <a:xfrm>
              <a:off x="10916000" y="6224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 dirty="0"/>
            </a:p>
          </p:txBody>
        </p:sp>
        <p:sp>
          <p:nvSpPr>
            <p:cNvPr id="260" name="점 260"/>
            <p:cNvSpPr/>
            <p:nvPr userDrawn="1"/>
          </p:nvSpPr>
          <p:spPr>
            <a:xfrm>
              <a:off x="11170000" y="6224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 dirty="0"/>
            </a:p>
          </p:txBody>
        </p:sp>
        <p:sp>
          <p:nvSpPr>
            <p:cNvPr id="261" name="점 261"/>
            <p:cNvSpPr/>
            <p:nvPr userDrawn="1"/>
          </p:nvSpPr>
          <p:spPr>
            <a:xfrm>
              <a:off x="11424000" y="6224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 dirty="0"/>
            </a:p>
          </p:txBody>
        </p:sp>
        <p:sp>
          <p:nvSpPr>
            <p:cNvPr id="262" name="점 262"/>
            <p:cNvSpPr/>
            <p:nvPr userDrawn="1"/>
          </p:nvSpPr>
          <p:spPr>
            <a:xfrm>
              <a:off x="11678000" y="6224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 dirty="0"/>
            </a:p>
          </p:txBody>
        </p:sp>
        <p:sp>
          <p:nvSpPr>
            <p:cNvPr id="263" name="점 263"/>
            <p:cNvSpPr/>
            <p:nvPr userDrawn="1"/>
          </p:nvSpPr>
          <p:spPr>
            <a:xfrm>
              <a:off x="11932000" y="6224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 dirty="0"/>
            </a:p>
          </p:txBody>
        </p:sp>
        <p:sp>
          <p:nvSpPr>
            <p:cNvPr id="264" name="점 264"/>
            <p:cNvSpPr/>
            <p:nvPr userDrawn="1"/>
          </p:nvSpPr>
          <p:spPr>
            <a:xfrm>
              <a:off x="9900000" y="6478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 dirty="0"/>
            </a:p>
          </p:txBody>
        </p:sp>
        <p:sp>
          <p:nvSpPr>
            <p:cNvPr id="265" name="점 265"/>
            <p:cNvSpPr/>
            <p:nvPr userDrawn="1"/>
          </p:nvSpPr>
          <p:spPr>
            <a:xfrm>
              <a:off x="10154000" y="6478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 dirty="0"/>
            </a:p>
          </p:txBody>
        </p:sp>
        <p:sp>
          <p:nvSpPr>
            <p:cNvPr id="266" name="점 266"/>
            <p:cNvSpPr/>
            <p:nvPr userDrawn="1"/>
          </p:nvSpPr>
          <p:spPr>
            <a:xfrm>
              <a:off x="10408000" y="6478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 dirty="0"/>
            </a:p>
          </p:txBody>
        </p:sp>
        <p:sp>
          <p:nvSpPr>
            <p:cNvPr id="267" name="점 267"/>
            <p:cNvSpPr/>
            <p:nvPr userDrawn="1"/>
          </p:nvSpPr>
          <p:spPr>
            <a:xfrm>
              <a:off x="10662000" y="6478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 dirty="0"/>
            </a:p>
          </p:txBody>
        </p:sp>
        <p:sp>
          <p:nvSpPr>
            <p:cNvPr id="268" name="점 268"/>
            <p:cNvSpPr/>
            <p:nvPr userDrawn="1"/>
          </p:nvSpPr>
          <p:spPr>
            <a:xfrm>
              <a:off x="10916000" y="6478000"/>
              <a:ext cx="76200" cy="76200"/>
            </a:xfrm>
            <a:prstGeom prst="ellipse">
              <a:avLst/>
            </a:prstGeom>
            <a:solidFill>
              <a:srgbClr val="2EC4D9">
                <a:alpha val="60000"/>
              </a:srgbClr>
            </a:solidFill>
            <a:ln>
              <a:noFill/>
            </a:ln>
          </p:spPr>
          <p:txBody>
            <a:bodyPr/>
            <a:lstStyle/>
            <a:p>
              <a:endParaRPr lang="ko-KR" dirty="0"/>
            </a:p>
          </p:txBody>
        </p:sp>
        <p:sp>
          <p:nvSpPr>
            <p:cNvPr id="269" name="점 269"/>
            <p:cNvSpPr/>
            <p:nvPr userDrawn="1"/>
          </p:nvSpPr>
          <p:spPr>
            <a:xfrm>
              <a:off x="11170000" y="6478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 dirty="0"/>
            </a:p>
          </p:txBody>
        </p:sp>
        <p:sp>
          <p:nvSpPr>
            <p:cNvPr id="270" name="점 270"/>
            <p:cNvSpPr/>
            <p:nvPr userDrawn="1"/>
          </p:nvSpPr>
          <p:spPr>
            <a:xfrm>
              <a:off x="11424000" y="6478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 dirty="0"/>
            </a:p>
          </p:txBody>
        </p:sp>
        <p:sp>
          <p:nvSpPr>
            <p:cNvPr id="271" name="점 271"/>
            <p:cNvSpPr/>
            <p:nvPr userDrawn="1"/>
          </p:nvSpPr>
          <p:spPr>
            <a:xfrm>
              <a:off x="11678000" y="6478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 dirty="0"/>
            </a:p>
          </p:txBody>
        </p:sp>
        <p:sp>
          <p:nvSpPr>
            <p:cNvPr id="272" name="점 272"/>
            <p:cNvSpPr/>
            <p:nvPr userDrawn="1"/>
          </p:nvSpPr>
          <p:spPr>
            <a:xfrm>
              <a:off x="11932000" y="6478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 dirty="0"/>
            </a:p>
          </p:txBody>
        </p:sp>
        <p:sp>
          <p:nvSpPr>
            <p:cNvPr id="273" name="점 273"/>
            <p:cNvSpPr/>
            <p:nvPr userDrawn="1"/>
          </p:nvSpPr>
          <p:spPr>
            <a:xfrm>
              <a:off x="9900000" y="6732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 dirty="0"/>
            </a:p>
          </p:txBody>
        </p:sp>
        <p:sp>
          <p:nvSpPr>
            <p:cNvPr id="274" name="점 274"/>
            <p:cNvSpPr/>
            <p:nvPr userDrawn="1"/>
          </p:nvSpPr>
          <p:spPr>
            <a:xfrm>
              <a:off x="10154000" y="6732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 dirty="0"/>
            </a:p>
          </p:txBody>
        </p:sp>
        <p:sp>
          <p:nvSpPr>
            <p:cNvPr id="275" name="점 275"/>
            <p:cNvSpPr/>
            <p:nvPr userDrawn="1"/>
          </p:nvSpPr>
          <p:spPr>
            <a:xfrm>
              <a:off x="10408000" y="6732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 dirty="0"/>
            </a:p>
          </p:txBody>
        </p:sp>
        <p:sp>
          <p:nvSpPr>
            <p:cNvPr id="276" name="점 276"/>
            <p:cNvSpPr/>
            <p:nvPr userDrawn="1"/>
          </p:nvSpPr>
          <p:spPr>
            <a:xfrm>
              <a:off x="10662000" y="6732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 dirty="0"/>
            </a:p>
          </p:txBody>
        </p:sp>
        <p:sp>
          <p:nvSpPr>
            <p:cNvPr id="277" name="점 277"/>
            <p:cNvSpPr/>
            <p:nvPr userDrawn="1"/>
          </p:nvSpPr>
          <p:spPr>
            <a:xfrm>
              <a:off x="10916000" y="6732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 dirty="0"/>
            </a:p>
          </p:txBody>
        </p:sp>
        <p:sp>
          <p:nvSpPr>
            <p:cNvPr id="278" name="점 278"/>
            <p:cNvSpPr/>
            <p:nvPr userDrawn="1"/>
          </p:nvSpPr>
          <p:spPr>
            <a:xfrm>
              <a:off x="11170000" y="6732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 dirty="0"/>
            </a:p>
          </p:txBody>
        </p:sp>
        <p:sp>
          <p:nvSpPr>
            <p:cNvPr id="279" name="점 279"/>
            <p:cNvSpPr/>
            <p:nvPr userDrawn="1"/>
          </p:nvSpPr>
          <p:spPr>
            <a:xfrm>
              <a:off x="11424000" y="6732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 dirty="0"/>
            </a:p>
          </p:txBody>
        </p:sp>
        <p:sp>
          <p:nvSpPr>
            <p:cNvPr id="280" name="점 280"/>
            <p:cNvSpPr/>
            <p:nvPr userDrawn="1"/>
          </p:nvSpPr>
          <p:spPr>
            <a:xfrm>
              <a:off x="11678000" y="6732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 dirty="0"/>
            </a:p>
          </p:txBody>
        </p:sp>
        <p:sp>
          <p:nvSpPr>
            <p:cNvPr id="281" name="점 281"/>
            <p:cNvSpPr/>
            <p:nvPr userDrawn="1"/>
          </p:nvSpPr>
          <p:spPr>
            <a:xfrm>
              <a:off x="11932000" y="6732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 dirty="0"/>
            </a:p>
          </p:txBody>
        </p:sp>
      </p:grpSp>
      <p:sp>
        <p:nvSpPr>
          <p:cNvPr id="85" name="히어로 강조 룰"/>
          <p:cNvSpPr/>
          <p:nvPr userDrawn="1"/>
        </p:nvSpPr>
        <p:spPr>
          <a:xfrm>
            <a:off x="1615440" y="2900040"/>
            <a:ext cx="762000" cy="0"/>
          </a:xfrm>
          <a:prstGeom prst="line">
            <a:avLst/>
          </a:prstGeom>
          <a:noFill/>
          <a:ln w="38100" cap="flat">
            <a:solidFill>
              <a:srgbClr val="2EC4D9"/>
            </a:solidFill>
          </a:ln>
        </p:spPr>
        <p:txBody>
          <a:bodyPr/>
          <a:lstStyle/>
          <a:p>
            <a:endParaRPr lang="ko-KR" dirty="0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9E38C119-E53F-2DA2-3F3A-62BF807009B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438400"/>
            <a:ext cx="9525000" cy="1371600"/>
          </a:xfrm>
        </p:spPr>
        <p:txBody>
          <a:bodyPr anchor="b">
            <a:normAutofit/>
          </a:bodyPr>
          <a:lstStyle>
            <a:lvl1pPr algn="l">
              <a:lnSpc>
                <a:spcPct val="95000"/>
              </a:lnSpc>
              <a:defRPr sz="4000" b="0" spc="-40">
                <a:solidFill>
                  <a:srgbClr val="FFFFFF"/>
                </a:solidFill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34BB6797-A87E-4BFE-C9F3-8C995A67440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962400"/>
            <a:ext cx="9525000" cy="1143000"/>
          </a:xfrm>
        </p:spPr>
        <p:txBody>
          <a:bodyPr anchor="ctr">
            <a:normAutofit/>
          </a:bodyPr>
          <a:lstStyle>
            <a:lvl1pPr marL="0" indent="0" algn="l">
              <a:lnSpc>
                <a:spcPct val="115000"/>
              </a:lnSpc>
              <a:buNone/>
              <a:defRPr sz="2000">
                <a:solidFill>
                  <a:srgbClr val="8FB8C9"/>
                </a:solidFill>
              </a:defRPr>
            </a:lvl1pPr>
            <a:lvl2pPr marL="457200" indent="0" algn="l">
              <a:buNone/>
              <a:defRPr sz="2000"/>
            </a:lvl2pPr>
            <a:lvl3pPr marL="914400" indent="0" algn="l">
              <a:buNone/>
              <a:defRPr sz="1800"/>
            </a:lvl3pPr>
            <a:lvl4pPr marL="1371600" indent="0" algn="l">
              <a:buNone/>
              <a:defRPr sz="1600"/>
            </a:lvl4pPr>
            <a:lvl5pPr marL="1828800" indent="0" algn="l">
              <a:buNone/>
              <a:defRPr sz="1600"/>
            </a:lvl5pPr>
            <a:lvl6pPr marL="2286000" indent="0" algn="l">
              <a:buNone/>
              <a:defRPr sz="1600"/>
            </a:lvl6pPr>
            <a:lvl7pPr marL="2743200" indent="0" algn="l">
              <a:buNone/>
              <a:defRPr sz="1600"/>
            </a:lvl7pPr>
            <a:lvl8pPr marL="3200400" indent="0" algn="l">
              <a:buNone/>
              <a:defRPr sz="1600"/>
            </a:lvl8pPr>
            <a:lvl9pPr marL="3657600" indent="0" algn="l">
              <a:buNone/>
              <a:defRPr sz="1600"/>
            </a:lvl9pPr>
          </a:lstStyle>
          <a:p>
            <a:r>
              <a:rPr lang="ko-KR" altLang="en-US" dirty="0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2FD1BD7-7E65-3772-3007-1F34DBA0FA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1000">
                <a:solidFill>
                  <a:srgbClr val="5A7A96"/>
                </a:solidFill>
              </a:defRPr>
            </a:lvl1pPr>
          </a:lstStyle>
          <a:p>
            <a:fld id="{2ADF637E-82D6-4563-BCF0-C9101F2B5148}" type="datetime1">
              <a:rPr lang="ko-KR" altLang="en-US" smtClean="0"/>
              <a:pPr/>
              <a:t>2026-09-17</a:t>
            </a:fld>
            <a:endParaRPr lang="ko-KR" alt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8CF5ED1-6997-CD09-21BF-44F1DD2397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1000">
                <a:solidFill>
                  <a:srgbClr val="5A7A96"/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040E17D-D377-3A02-4E70-6AAE5C12D4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000">
                <a:solidFill>
                  <a:srgbClr val="5A7A96"/>
                </a:solidFill>
              </a:defRPr>
            </a:lvl1pPr>
          </a:lstStyle>
          <a:p>
            <a:fld id="{4438A2D4-3867-488E-A04E-7BFFCAED45A6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8677359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031FD09-61A8-64FE-609A-5BC9FD80E7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6525"/>
            <a:ext cx="10515600" cy="753141"/>
          </a:xfrm>
        </p:spPr>
        <p:txBody>
          <a:bodyPr anchor="b">
            <a:normAutofit/>
          </a:bodyPr>
          <a:lstStyle>
            <a:lvl1pPr algn="l">
              <a:defRPr sz="2800" b="0" spc="-30"/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C7A10CA-AA0F-BD51-5B8E-5AE0726F06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95322"/>
            <a:ext cx="10515600" cy="4701089"/>
          </a:xfrm>
        </p:spPr>
        <p:txBody>
          <a:bodyPr anchor="t">
            <a:normAutofit/>
          </a:bodyPr>
          <a:lstStyle>
            <a:lvl1pPr>
              <a:lnSpc>
                <a:spcPct val="150000"/>
              </a:lnSpc>
              <a:defRPr sz="1800" b="0"/>
            </a:lvl1pPr>
            <a:lvl2pPr>
              <a:lnSpc>
                <a:spcPct val="150000"/>
              </a:lnSpc>
              <a:defRPr sz="1800"/>
            </a:lvl2pPr>
            <a:lvl3pPr>
              <a:lnSpc>
                <a:spcPct val="150000"/>
              </a:lnSpc>
              <a:defRPr sz="1800"/>
            </a:lvl3pPr>
            <a:lvl4pPr>
              <a:lnSpc>
                <a:spcPct val="150000"/>
              </a:lnSpc>
              <a:defRPr sz="1800"/>
            </a:lvl4pPr>
            <a:lvl5pPr>
              <a:lnSpc>
                <a:spcPct val="150000"/>
              </a:lnSpc>
              <a:defRPr sz="1800"/>
            </a:lvl5pPr>
          </a:lstStyle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444F1B2-7ED6-C36F-405B-74D10A4669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58CD677-7AD2-4A27-94BD-C65458D22428}" type="datetime1">
              <a:rPr lang="ko-KR" altLang="en-US" smtClean="0"/>
              <a:pPr/>
              <a:t>2026-09-17</a:t>
            </a:fld>
            <a:endParaRPr lang="ko-KR" alt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5B54CE5-BA49-9B1F-44F6-BB68039676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0CCEF06-AF2C-16E5-D994-94762FCED6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438A2D4-3867-488E-A04E-7BFFCAED45A6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8349749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배경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rgbClr val="14304F"/>
              </a:gs>
              <a:gs pos="60000">
                <a:srgbClr val="0F2540"/>
              </a:gs>
              <a:gs pos="100000">
                <a:srgbClr val="0A1B2E"/>
              </a:gs>
            </a:gsLst>
            <a:lin ang="2700000" scaled="0"/>
          </a:gradFill>
          <a:ln>
            <a:noFill/>
          </a:ln>
        </p:spPr>
        <p:txBody>
          <a:bodyPr/>
          <a:lstStyle/>
          <a:p>
            <a:endParaRPr lang="ko-KR" dirty="0"/>
          </a:p>
        </p:txBody>
      </p:sp>
      <p:grpSp>
        <p:nvGrpSpPr>
          <p:cNvPr id="300" name="격자 패턴"/>
          <p:cNvGrpSpPr/>
          <p:nvPr userDrawn="1"/>
        </p:nvGrpSpPr>
        <p:grpSpPr>
          <a:xfrm>
            <a:off x="10033800" y="4300000"/>
            <a:ext cx="2108200" cy="1854200"/>
            <a:chOff x="10033800" y="4300000"/>
            <a:chExt cx="2108200" cy="1854200"/>
          </a:xfrm>
        </p:grpSpPr>
        <p:sp>
          <p:nvSpPr>
            <p:cNvPr id="301" name="점 301"/>
            <p:cNvSpPr/>
            <p:nvPr userDrawn="1"/>
          </p:nvSpPr>
          <p:spPr>
            <a:xfrm>
              <a:off x="10033800" y="4300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 dirty="0"/>
            </a:p>
          </p:txBody>
        </p:sp>
        <p:sp>
          <p:nvSpPr>
            <p:cNvPr id="302" name="점 302"/>
            <p:cNvSpPr/>
            <p:nvPr userDrawn="1"/>
          </p:nvSpPr>
          <p:spPr>
            <a:xfrm>
              <a:off x="10287800" y="4300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 dirty="0"/>
            </a:p>
          </p:txBody>
        </p:sp>
        <p:sp>
          <p:nvSpPr>
            <p:cNvPr id="303" name="점 303"/>
            <p:cNvSpPr/>
            <p:nvPr userDrawn="1"/>
          </p:nvSpPr>
          <p:spPr>
            <a:xfrm>
              <a:off x="10541800" y="4300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 dirty="0"/>
            </a:p>
          </p:txBody>
        </p:sp>
        <p:sp>
          <p:nvSpPr>
            <p:cNvPr id="304" name="점 304"/>
            <p:cNvSpPr/>
            <p:nvPr userDrawn="1"/>
          </p:nvSpPr>
          <p:spPr>
            <a:xfrm>
              <a:off x="10795800" y="4300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 dirty="0"/>
            </a:p>
          </p:txBody>
        </p:sp>
        <p:sp>
          <p:nvSpPr>
            <p:cNvPr id="305" name="점 305"/>
            <p:cNvSpPr/>
            <p:nvPr userDrawn="1"/>
          </p:nvSpPr>
          <p:spPr>
            <a:xfrm>
              <a:off x="11049800" y="4300000"/>
              <a:ext cx="76200" cy="76200"/>
            </a:xfrm>
            <a:prstGeom prst="ellipse">
              <a:avLst/>
            </a:prstGeom>
            <a:solidFill>
              <a:srgbClr val="2EC4D9">
                <a:alpha val="60000"/>
              </a:srgbClr>
            </a:solidFill>
            <a:ln>
              <a:noFill/>
            </a:ln>
          </p:spPr>
          <p:txBody>
            <a:bodyPr/>
            <a:lstStyle/>
            <a:p>
              <a:endParaRPr lang="ko-KR" dirty="0"/>
            </a:p>
          </p:txBody>
        </p:sp>
        <p:sp>
          <p:nvSpPr>
            <p:cNvPr id="306" name="점 306"/>
            <p:cNvSpPr/>
            <p:nvPr userDrawn="1"/>
          </p:nvSpPr>
          <p:spPr>
            <a:xfrm>
              <a:off x="11303800" y="4300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 dirty="0"/>
            </a:p>
          </p:txBody>
        </p:sp>
        <p:sp>
          <p:nvSpPr>
            <p:cNvPr id="307" name="점 307"/>
            <p:cNvSpPr/>
            <p:nvPr userDrawn="1"/>
          </p:nvSpPr>
          <p:spPr>
            <a:xfrm>
              <a:off x="11557800" y="4300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 dirty="0"/>
            </a:p>
          </p:txBody>
        </p:sp>
        <p:sp>
          <p:nvSpPr>
            <p:cNvPr id="308" name="점 308"/>
            <p:cNvSpPr/>
            <p:nvPr userDrawn="1"/>
          </p:nvSpPr>
          <p:spPr>
            <a:xfrm>
              <a:off x="11811800" y="4300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 dirty="0"/>
            </a:p>
          </p:txBody>
        </p:sp>
        <p:sp>
          <p:nvSpPr>
            <p:cNvPr id="309" name="점 309"/>
            <p:cNvSpPr/>
            <p:nvPr userDrawn="1"/>
          </p:nvSpPr>
          <p:spPr>
            <a:xfrm>
              <a:off x="12065800" y="4300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 dirty="0"/>
            </a:p>
          </p:txBody>
        </p:sp>
        <p:sp>
          <p:nvSpPr>
            <p:cNvPr id="310" name="점 310"/>
            <p:cNvSpPr/>
            <p:nvPr userDrawn="1"/>
          </p:nvSpPr>
          <p:spPr>
            <a:xfrm>
              <a:off x="10033800" y="4554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 dirty="0"/>
            </a:p>
          </p:txBody>
        </p:sp>
        <p:sp>
          <p:nvSpPr>
            <p:cNvPr id="311" name="점 311"/>
            <p:cNvSpPr/>
            <p:nvPr userDrawn="1"/>
          </p:nvSpPr>
          <p:spPr>
            <a:xfrm>
              <a:off x="10287800" y="4554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 dirty="0"/>
            </a:p>
          </p:txBody>
        </p:sp>
        <p:sp>
          <p:nvSpPr>
            <p:cNvPr id="312" name="점 312"/>
            <p:cNvSpPr/>
            <p:nvPr userDrawn="1"/>
          </p:nvSpPr>
          <p:spPr>
            <a:xfrm>
              <a:off x="10541800" y="4554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 dirty="0"/>
            </a:p>
          </p:txBody>
        </p:sp>
        <p:sp>
          <p:nvSpPr>
            <p:cNvPr id="313" name="점 313"/>
            <p:cNvSpPr/>
            <p:nvPr userDrawn="1"/>
          </p:nvSpPr>
          <p:spPr>
            <a:xfrm>
              <a:off x="10795800" y="4554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 dirty="0"/>
            </a:p>
          </p:txBody>
        </p:sp>
        <p:sp>
          <p:nvSpPr>
            <p:cNvPr id="314" name="점 314"/>
            <p:cNvSpPr/>
            <p:nvPr userDrawn="1"/>
          </p:nvSpPr>
          <p:spPr>
            <a:xfrm>
              <a:off x="11049800" y="4554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 dirty="0"/>
            </a:p>
          </p:txBody>
        </p:sp>
        <p:sp>
          <p:nvSpPr>
            <p:cNvPr id="315" name="점 315"/>
            <p:cNvSpPr/>
            <p:nvPr userDrawn="1"/>
          </p:nvSpPr>
          <p:spPr>
            <a:xfrm>
              <a:off x="11303800" y="4554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 dirty="0"/>
            </a:p>
          </p:txBody>
        </p:sp>
        <p:sp>
          <p:nvSpPr>
            <p:cNvPr id="316" name="점 316"/>
            <p:cNvSpPr/>
            <p:nvPr userDrawn="1"/>
          </p:nvSpPr>
          <p:spPr>
            <a:xfrm>
              <a:off x="11557800" y="4554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 dirty="0"/>
            </a:p>
          </p:txBody>
        </p:sp>
        <p:sp>
          <p:nvSpPr>
            <p:cNvPr id="317" name="점 317"/>
            <p:cNvSpPr/>
            <p:nvPr userDrawn="1"/>
          </p:nvSpPr>
          <p:spPr>
            <a:xfrm>
              <a:off x="11811800" y="4554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 dirty="0"/>
            </a:p>
          </p:txBody>
        </p:sp>
        <p:sp>
          <p:nvSpPr>
            <p:cNvPr id="318" name="점 318"/>
            <p:cNvSpPr/>
            <p:nvPr userDrawn="1"/>
          </p:nvSpPr>
          <p:spPr>
            <a:xfrm>
              <a:off x="12065800" y="4554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 dirty="0"/>
            </a:p>
          </p:txBody>
        </p:sp>
        <p:sp>
          <p:nvSpPr>
            <p:cNvPr id="319" name="점 319"/>
            <p:cNvSpPr/>
            <p:nvPr userDrawn="1"/>
          </p:nvSpPr>
          <p:spPr>
            <a:xfrm>
              <a:off x="10033800" y="4808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 dirty="0"/>
            </a:p>
          </p:txBody>
        </p:sp>
        <p:sp>
          <p:nvSpPr>
            <p:cNvPr id="320" name="점 320"/>
            <p:cNvSpPr/>
            <p:nvPr userDrawn="1"/>
          </p:nvSpPr>
          <p:spPr>
            <a:xfrm>
              <a:off x="10287800" y="4808000"/>
              <a:ext cx="76200" cy="76200"/>
            </a:xfrm>
            <a:prstGeom prst="ellipse">
              <a:avLst/>
            </a:prstGeom>
            <a:solidFill>
              <a:srgbClr val="2EC4D9">
                <a:alpha val="60000"/>
              </a:srgbClr>
            </a:solidFill>
            <a:ln>
              <a:noFill/>
            </a:ln>
          </p:spPr>
          <p:txBody>
            <a:bodyPr/>
            <a:lstStyle/>
            <a:p>
              <a:endParaRPr lang="ko-KR" dirty="0"/>
            </a:p>
          </p:txBody>
        </p:sp>
        <p:sp>
          <p:nvSpPr>
            <p:cNvPr id="321" name="점 321"/>
            <p:cNvSpPr/>
            <p:nvPr userDrawn="1"/>
          </p:nvSpPr>
          <p:spPr>
            <a:xfrm>
              <a:off x="10541800" y="4808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 dirty="0"/>
            </a:p>
          </p:txBody>
        </p:sp>
        <p:sp>
          <p:nvSpPr>
            <p:cNvPr id="322" name="점 322"/>
            <p:cNvSpPr/>
            <p:nvPr userDrawn="1"/>
          </p:nvSpPr>
          <p:spPr>
            <a:xfrm>
              <a:off x="10795800" y="4808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 dirty="0"/>
            </a:p>
          </p:txBody>
        </p:sp>
        <p:sp>
          <p:nvSpPr>
            <p:cNvPr id="323" name="점 323"/>
            <p:cNvSpPr/>
            <p:nvPr userDrawn="1"/>
          </p:nvSpPr>
          <p:spPr>
            <a:xfrm>
              <a:off x="11049800" y="4808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 dirty="0"/>
            </a:p>
          </p:txBody>
        </p:sp>
        <p:sp>
          <p:nvSpPr>
            <p:cNvPr id="324" name="점 324"/>
            <p:cNvSpPr/>
            <p:nvPr userDrawn="1"/>
          </p:nvSpPr>
          <p:spPr>
            <a:xfrm>
              <a:off x="11303800" y="4808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 dirty="0"/>
            </a:p>
          </p:txBody>
        </p:sp>
        <p:sp>
          <p:nvSpPr>
            <p:cNvPr id="325" name="점 325"/>
            <p:cNvSpPr/>
            <p:nvPr userDrawn="1"/>
          </p:nvSpPr>
          <p:spPr>
            <a:xfrm>
              <a:off x="11557800" y="4808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 dirty="0"/>
            </a:p>
          </p:txBody>
        </p:sp>
        <p:sp>
          <p:nvSpPr>
            <p:cNvPr id="326" name="점 326"/>
            <p:cNvSpPr/>
            <p:nvPr userDrawn="1"/>
          </p:nvSpPr>
          <p:spPr>
            <a:xfrm>
              <a:off x="11811800" y="4808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 dirty="0"/>
            </a:p>
          </p:txBody>
        </p:sp>
        <p:sp>
          <p:nvSpPr>
            <p:cNvPr id="327" name="점 327"/>
            <p:cNvSpPr/>
            <p:nvPr userDrawn="1"/>
          </p:nvSpPr>
          <p:spPr>
            <a:xfrm>
              <a:off x="12065800" y="4808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 dirty="0"/>
            </a:p>
          </p:txBody>
        </p:sp>
        <p:sp>
          <p:nvSpPr>
            <p:cNvPr id="328" name="점 328"/>
            <p:cNvSpPr/>
            <p:nvPr userDrawn="1"/>
          </p:nvSpPr>
          <p:spPr>
            <a:xfrm>
              <a:off x="10033800" y="5062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 dirty="0"/>
            </a:p>
          </p:txBody>
        </p:sp>
        <p:sp>
          <p:nvSpPr>
            <p:cNvPr id="329" name="점 329"/>
            <p:cNvSpPr/>
            <p:nvPr userDrawn="1"/>
          </p:nvSpPr>
          <p:spPr>
            <a:xfrm>
              <a:off x="10287800" y="5062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 dirty="0"/>
            </a:p>
          </p:txBody>
        </p:sp>
        <p:sp>
          <p:nvSpPr>
            <p:cNvPr id="330" name="점 330"/>
            <p:cNvSpPr/>
            <p:nvPr userDrawn="1"/>
          </p:nvSpPr>
          <p:spPr>
            <a:xfrm>
              <a:off x="10541800" y="5062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 dirty="0"/>
            </a:p>
          </p:txBody>
        </p:sp>
        <p:sp>
          <p:nvSpPr>
            <p:cNvPr id="331" name="점 331"/>
            <p:cNvSpPr/>
            <p:nvPr userDrawn="1"/>
          </p:nvSpPr>
          <p:spPr>
            <a:xfrm>
              <a:off x="10795800" y="5062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 dirty="0"/>
            </a:p>
          </p:txBody>
        </p:sp>
        <p:sp>
          <p:nvSpPr>
            <p:cNvPr id="332" name="점 332"/>
            <p:cNvSpPr/>
            <p:nvPr userDrawn="1"/>
          </p:nvSpPr>
          <p:spPr>
            <a:xfrm>
              <a:off x="11049800" y="5062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 dirty="0"/>
            </a:p>
          </p:txBody>
        </p:sp>
        <p:sp>
          <p:nvSpPr>
            <p:cNvPr id="333" name="점 333"/>
            <p:cNvSpPr/>
            <p:nvPr userDrawn="1"/>
          </p:nvSpPr>
          <p:spPr>
            <a:xfrm>
              <a:off x="11303800" y="5062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 dirty="0"/>
            </a:p>
          </p:txBody>
        </p:sp>
        <p:sp>
          <p:nvSpPr>
            <p:cNvPr id="334" name="점 334"/>
            <p:cNvSpPr/>
            <p:nvPr userDrawn="1"/>
          </p:nvSpPr>
          <p:spPr>
            <a:xfrm>
              <a:off x="11557800" y="5062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 dirty="0"/>
            </a:p>
          </p:txBody>
        </p:sp>
        <p:sp>
          <p:nvSpPr>
            <p:cNvPr id="335" name="점 335"/>
            <p:cNvSpPr/>
            <p:nvPr userDrawn="1"/>
          </p:nvSpPr>
          <p:spPr>
            <a:xfrm>
              <a:off x="11811800" y="5062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 dirty="0"/>
            </a:p>
          </p:txBody>
        </p:sp>
        <p:sp>
          <p:nvSpPr>
            <p:cNvPr id="336" name="점 336"/>
            <p:cNvSpPr/>
            <p:nvPr userDrawn="1"/>
          </p:nvSpPr>
          <p:spPr>
            <a:xfrm>
              <a:off x="12065800" y="5062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 dirty="0"/>
            </a:p>
          </p:txBody>
        </p:sp>
        <p:sp>
          <p:nvSpPr>
            <p:cNvPr id="337" name="점 337"/>
            <p:cNvSpPr/>
            <p:nvPr userDrawn="1"/>
          </p:nvSpPr>
          <p:spPr>
            <a:xfrm>
              <a:off x="10033800" y="5316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 dirty="0"/>
            </a:p>
          </p:txBody>
        </p:sp>
        <p:sp>
          <p:nvSpPr>
            <p:cNvPr id="338" name="점 338"/>
            <p:cNvSpPr/>
            <p:nvPr userDrawn="1"/>
          </p:nvSpPr>
          <p:spPr>
            <a:xfrm>
              <a:off x="10287800" y="5316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 dirty="0"/>
            </a:p>
          </p:txBody>
        </p:sp>
        <p:sp>
          <p:nvSpPr>
            <p:cNvPr id="339" name="점 339"/>
            <p:cNvSpPr/>
            <p:nvPr userDrawn="1"/>
          </p:nvSpPr>
          <p:spPr>
            <a:xfrm>
              <a:off x="10541800" y="5316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 dirty="0"/>
            </a:p>
          </p:txBody>
        </p:sp>
        <p:sp>
          <p:nvSpPr>
            <p:cNvPr id="340" name="점 340"/>
            <p:cNvSpPr/>
            <p:nvPr userDrawn="1"/>
          </p:nvSpPr>
          <p:spPr>
            <a:xfrm>
              <a:off x="10795800" y="5316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 dirty="0"/>
            </a:p>
          </p:txBody>
        </p:sp>
        <p:sp>
          <p:nvSpPr>
            <p:cNvPr id="341" name="점 341"/>
            <p:cNvSpPr/>
            <p:nvPr userDrawn="1"/>
          </p:nvSpPr>
          <p:spPr>
            <a:xfrm>
              <a:off x="11049800" y="5316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 dirty="0"/>
            </a:p>
          </p:txBody>
        </p:sp>
        <p:sp>
          <p:nvSpPr>
            <p:cNvPr id="342" name="점 342"/>
            <p:cNvSpPr/>
            <p:nvPr userDrawn="1"/>
          </p:nvSpPr>
          <p:spPr>
            <a:xfrm>
              <a:off x="11303800" y="5316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 dirty="0"/>
            </a:p>
          </p:txBody>
        </p:sp>
        <p:sp>
          <p:nvSpPr>
            <p:cNvPr id="343" name="점 343"/>
            <p:cNvSpPr/>
            <p:nvPr userDrawn="1"/>
          </p:nvSpPr>
          <p:spPr>
            <a:xfrm>
              <a:off x="11557800" y="5316000"/>
              <a:ext cx="76200" cy="76200"/>
            </a:xfrm>
            <a:prstGeom prst="ellipse">
              <a:avLst/>
            </a:prstGeom>
            <a:solidFill>
              <a:srgbClr val="2EC4D9">
                <a:alpha val="60000"/>
              </a:srgbClr>
            </a:solidFill>
            <a:ln>
              <a:noFill/>
            </a:ln>
          </p:spPr>
          <p:txBody>
            <a:bodyPr/>
            <a:lstStyle/>
            <a:p>
              <a:endParaRPr lang="ko-KR" dirty="0"/>
            </a:p>
          </p:txBody>
        </p:sp>
        <p:sp>
          <p:nvSpPr>
            <p:cNvPr id="344" name="점 344"/>
            <p:cNvSpPr/>
            <p:nvPr userDrawn="1"/>
          </p:nvSpPr>
          <p:spPr>
            <a:xfrm>
              <a:off x="11811800" y="5316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 dirty="0"/>
            </a:p>
          </p:txBody>
        </p:sp>
        <p:sp>
          <p:nvSpPr>
            <p:cNvPr id="345" name="점 345"/>
            <p:cNvSpPr/>
            <p:nvPr userDrawn="1"/>
          </p:nvSpPr>
          <p:spPr>
            <a:xfrm>
              <a:off x="12065800" y="5316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 dirty="0"/>
            </a:p>
          </p:txBody>
        </p:sp>
        <p:sp>
          <p:nvSpPr>
            <p:cNvPr id="346" name="점 346"/>
            <p:cNvSpPr/>
            <p:nvPr userDrawn="1"/>
          </p:nvSpPr>
          <p:spPr>
            <a:xfrm>
              <a:off x="10033800" y="5570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 dirty="0"/>
            </a:p>
          </p:txBody>
        </p:sp>
        <p:sp>
          <p:nvSpPr>
            <p:cNvPr id="347" name="점 347"/>
            <p:cNvSpPr/>
            <p:nvPr userDrawn="1"/>
          </p:nvSpPr>
          <p:spPr>
            <a:xfrm>
              <a:off x="10287800" y="5570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 dirty="0"/>
            </a:p>
          </p:txBody>
        </p:sp>
        <p:sp>
          <p:nvSpPr>
            <p:cNvPr id="348" name="점 348"/>
            <p:cNvSpPr/>
            <p:nvPr userDrawn="1"/>
          </p:nvSpPr>
          <p:spPr>
            <a:xfrm>
              <a:off x="10541800" y="5570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 dirty="0"/>
            </a:p>
          </p:txBody>
        </p:sp>
        <p:sp>
          <p:nvSpPr>
            <p:cNvPr id="349" name="점 349"/>
            <p:cNvSpPr/>
            <p:nvPr userDrawn="1"/>
          </p:nvSpPr>
          <p:spPr>
            <a:xfrm>
              <a:off x="10795800" y="5570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 dirty="0"/>
            </a:p>
          </p:txBody>
        </p:sp>
        <p:sp>
          <p:nvSpPr>
            <p:cNvPr id="350" name="점 350"/>
            <p:cNvSpPr/>
            <p:nvPr userDrawn="1"/>
          </p:nvSpPr>
          <p:spPr>
            <a:xfrm>
              <a:off x="11049800" y="5570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 dirty="0"/>
            </a:p>
          </p:txBody>
        </p:sp>
        <p:sp>
          <p:nvSpPr>
            <p:cNvPr id="351" name="점 351"/>
            <p:cNvSpPr/>
            <p:nvPr userDrawn="1"/>
          </p:nvSpPr>
          <p:spPr>
            <a:xfrm>
              <a:off x="11303800" y="5570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 dirty="0"/>
            </a:p>
          </p:txBody>
        </p:sp>
        <p:sp>
          <p:nvSpPr>
            <p:cNvPr id="352" name="점 352"/>
            <p:cNvSpPr/>
            <p:nvPr userDrawn="1"/>
          </p:nvSpPr>
          <p:spPr>
            <a:xfrm>
              <a:off x="11557800" y="5570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 dirty="0"/>
            </a:p>
          </p:txBody>
        </p:sp>
        <p:sp>
          <p:nvSpPr>
            <p:cNvPr id="353" name="점 353"/>
            <p:cNvSpPr/>
            <p:nvPr userDrawn="1"/>
          </p:nvSpPr>
          <p:spPr>
            <a:xfrm>
              <a:off x="11811800" y="5570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 dirty="0"/>
            </a:p>
          </p:txBody>
        </p:sp>
        <p:sp>
          <p:nvSpPr>
            <p:cNvPr id="354" name="점 354"/>
            <p:cNvSpPr/>
            <p:nvPr userDrawn="1"/>
          </p:nvSpPr>
          <p:spPr>
            <a:xfrm>
              <a:off x="12065800" y="5570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 dirty="0"/>
            </a:p>
          </p:txBody>
        </p:sp>
        <p:sp>
          <p:nvSpPr>
            <p:cNvPr id="355" name="점 355"/>
            <p:cNvSpPr/>
            <p:nvPr userDrawn="1"/>
          </p:nvSpPr>
          <p:spPr>
            <a:xfrm>
              <a:off x="10033800" y="5824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 dirty="0"/>
            </a:p>
          </p:txBody>
        </p:sp>
        <p:sp>
          <p:nvSpPr>
            <p:cNvPr id="356" name="점 356"/>
            <p:cNvSpPr/>
            <p:nvPr userDrawn="1"/>
          </p:nvSpPr>
          <p:spPr>
            <a:xfrm>
              <a:off x="10287800" y="5824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 dirty="0"/>
            </a:p>
          </p:txBody>
        </p:sp>
        <p:sp>
          <p:nvSpPr>
            <p:cNvPr id="357" name="점 357"/>
            <p:cNvSpPr/>
            <p:nvPr userDrawn="1"/>
          </p:nvSpPr>
          <p:spPr>
            <a:xfrm>
              <a:off x="10541800" y="5824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 dirty="0"/>
            </a:p>
          </p:txBody>
        </p:sp>
        <p:sp>
          <p:nvSpPr>
            <p:cNvPr id="358" name="점 358"/>
            <p:cNvSpPr/>
            <p:nvPr userDrawn="1"/>
          </p:nvSpPr>
          <p:spPr>
            <a:xfrm>
              <a:off x="10795800" y="5824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 dirty="0"/>
            </a:p>
          </p:txBody>
        </p:sp>
        <p:sp>
          <p:nvSpPr>
            <p:cNvPr id="359" name="점 359"/>
            <p:cNvSpPr/>
            <p:nvPr userDrawn="1"/>
          </p:nvSpPr>
          <p:spPr>
            <a:xfrm>
              <a:off x="11049800" y="5824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 dirty="0"/>
            </a:p>
          </p:txBody>
        </p:sp>
        <p:sp>
          <p:nvSpPr>
            <p:cNvPr id="360" name="점 360"/>
            <p:cNvSpPr/>
            <p:nvPr userDrawn="1"/>
          </p:nvSpPr>
          <p:spPr>
            <a:xfrm>
              <a:off x="11303800" y="5824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 dirty="0"/>
            </a:p>
          </p:txBody>
        </p:sp>
        <p:sp>
          <p:nvSpPr>
            <p:cNvPr id="361" name="점 361"/>
            <p:cNvSpPr/>
            <p:nvPr userDrawn="1"/>
          </p:nvSpPr>
          <p:spPr>
            <a:xfrm>
              <a:off x="11557800" y="5824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 dirty="0"/>
            </a:p>
          </p:txBody>
        </p:sp>
        <p:sp>
          <p:nvSpPr>
            <p:cNvPr id="362" name="점 362"/>
            <p:cNvSpPr/>
            <p:nvPr userDrawn="1"/>
          </p:nvSpPr>
          <p:spPr>
            <a:xfrm>
              <a:off x="11811800" y="5824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 dirty="0"/>
            </a:p>
          </p:txBody>
        </p:sp>
        <p:sp>
          <p:nvSpPr>
            <p:cNvPr id="363" name="점 363"/>
            <p:cNvSpPr/>
            <p:nvPr userDrawn="1"/>
          </p:nvSpPr>
          <p:spPr>
            <a:xfrm>
              <a:off x="12065800" y="5824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 dirty="0"/>
            </a:p>
          </p:txBody>
        </p:sp>
        <p:sp>
          <p:nvSpPr>
            <p:cNvPr id="364" name="점 364"/>
            <p:cNvSpPr/>
            <p:nvPr userDrawn="1"/>
          </p:nvSpPr>
          <p:spPr>
            <a:xfrm>
              <a:off x="10033800" y="6078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 dirty="0"/>
            </a:p>
          </p:txBody>
        </p:sp>
        <p:sp>
          <p:nvSpPr>
            <p:cNvPr id="365" name="점 365"/>
            <p:cNvSpPr/>
            <p:nvPr userDrawn="1"/>
          </p:nvSpPr>
          <p:spPr>
            <a:xfrm>
              <a:off x="10287800" y="6078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 dirty="0"/>
            </a:p>
          </p:txBody>
        </p:sp>
        <p:sp>
          <p:nvSpPr>
            <p:cNvPr id="366" name="점 366"/>
            <p:cNvSpPr/>
            <p:nvPr userDrawn="1"/>
          </p:nvSpPr>
          <p:spPr>
            <a:xfrm>
              <a:off x="10541800" y="6078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 dirty="0"/>
            </a:p>
          </p:txBody>
        </p:sp>
        <p:sp>
          <p:nvSpPr>
            <p:cNvPr id="367" name="점 367"/>
            <p:cNvSpPr/>
            <p:nvPr userDrawn="1"/>
          </p:nvSpPr>
          <p:spPr>
            <a:xfrm>
              <a:off x="10795800" y="6078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 dirty="0"/>
            </a:p>
          </p:txBody>
        </p:sp>
        <p:sp>
          <p:nvSpPr>
            <p:cNvPr id="368" name="점 368"/>
            <p:cNvSpPr/>
            <p:nvPr userDrawn="1"/>
          </p:nvSpPr>
          <p:spPr>
            <a:xfrm>
              <a:off x="11049800" y="6078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 dirty="0"/>
            </a:p>
          </p:txBody>
        </p:sp>
        <p:sp>
          <p:nvSpPr>
            <p:cNvPr id="369" name="점 369"/>
            <p:cNvSpPr/>
            <p:nvPr userDrawn="1"/>
          </p:nvSpPr>
          <p:spPr>
            <a:xfrm>
              <a:off x="11303800" y="6078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 dirty="0"/>
            </a:p>
          </p:txBody>
        </p:sp>
        <p:sp>
          <p:nvSpPr>
            <p:cNvPr id="370" name="점 370"/>
            <p:cNvSpPr/>
            <p:nvPr userDrawn="1"/>
          </p:nvSpPr>
          <p:spPr>
            <a:xfrm>
              <a:off x="11557800" y="6078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 dirty="0"/>
            </a:p>
          </p:txBody>
        </p:sp>
        <p:sp>
          <p:nvSpPr>
            <p:cNvPr id="371" name="점 371"/>
            <p:cNvSpPr/>
            <p:nvPr userDrawn="1"/>
          </p:nvSpPr>
          <p:spPr>
            <a:xfrm>
              <a:off x="11811800" y="6078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 dirty="0"/>
            </a:p>
          </p:txBody>
        </p:sp>
        <p:sp>
          <p:nvSpPr>
            <p:cNvPr id="372" name="점 372"/>
            <p:cNvSpPr/>
            <p:nvPr userDrawn="1"/>
          </p:nvSpPr>
          <p:spPr>
            <a:xfrm>
              <a:off x="12065800" y="6078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 dirty="0"/>
            </a:p>
          </p:txBody>
        </p:sp>
      </p:grpSp>
      <p:sp>
        <p:nvSpPr>
          <p:cNvPr id="85" name="구역 강조 룰"/>
          <p:cNvSpPr/>
          <p:nvPr userDrawn="1"/>
        </p:nvSpPr>
        <p:spPr>
          <a:xfrm>
            <a:off x="929640" y="2971800"/>
            <a:ext cx="762000" cy="0"/>
          </a:xfrm>
          <a:prstGeom prst="line">
            <a:avLst/>
          </a:prstGeom>
          <a:noFill/>
          <a:ln w="38100" cap="flat">
            <a:solidFill>
              <a:srgbClr val="2EC4D9"/>
            </a:solidFill>
          </a:ln>
        </p:spPr>
        <p:txBody>
          <a:bodyPr/>
          <a:lstStyle/>
          <a:p>
            <a:endParaRPr lang="ko-KR" dirty="0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121E2741-8F1E-BB08-8064-ABB3B51724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048000"/>
            <a:ext cx="10515600" cy="800100"/>
          </a:xfrm>
        </p:spPr>
        <p:txBody>
          <a:bodyPr anchor="b"/>
          <a:lstStyle>
            <a:lvl1pPr algn="l">
              <a:defRPr sz="4400" b="0" spc="-40">
                <a:solidFill>
                  <a:srgbClr val="FFFFFF"/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FE217DB-F68B-0B02-0EE9-FC6D375A39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3962400"/>
            <a:ext cx="10515600" cy="1143000"/>
          </a:xfrm>
        </p:spPr>
        <p:txBody>
          <a:bodyPr/>
          <a:lstStyle>
            <a:lvl1pPr marL="0" indent="0">
              <a:buNone/>
              <a:defRPr sz="2400">
                <a:solidFill>
                  <a:srgbClr val="8FB8C9"/>
                </a:solidFill>
              </a:defRPr>
            </a:lvl1pPr>
            <a:lvl2pPr marL="457200" indent="0">
              <a:buNone/>
              <a:defRPr sz="2000">
                <a:solidFill>
                  <a:srgbClr val="8FB8C9"/>
                </a:solidFill>
              </a:defRPr>
            </a:lvl2pPr>
            <a:lvl3pPr marL="914400" indent="0">
              <a:buNone/>
              <a:defRPr sz="1800">
                <a:solidFill>
                  <a:srgbClr val="8FB8C9"/>
                </a:solidFill>
              </a:defRPr>
            </a:lvl3pPr>
            <a:lvl4pPr marL="1371600" indent="0">
              <a:buNone/>
              <a:defRPr sz="1600">
                <a:solidFill>
                  <a:srgbClr val="8FB8C9"/>
                </a:solidFill>
              </a:defRPr>
            </a:lvl4pPr>
            <a:lvl5pPr marL="1828800" indent="0">
              <a:buNone/>
              <a:defRPr sz="1600">
                <a:solidFill>
                  <a:srgbClr val="8FB8C9"/>
                </a:solidFill>
              </a:defRPr>
            </a:lvl5pPr>
            <a:lvl6pPr marL="2286000" indent="0">
              <a:buNone/>
              <a:defRPr sz="1600">
                <a:solidFill>
                  <a:srgbClr val="8FB8C9"/>
                </a:solidFill>
              </a:defRPr>
            </a:lvl6pPr>
            <a:lvl7pPr marL="2743200" indent="0">
              <a:buNone/>
              <a:defRPr sz="1600">
                <a:solidFill>
                  <a:srgbClr val="8FB8C9"/>
                </a:solidFill>
              </a:defRPr>
            </a:lvl7pPr>
            <a:lvl8pPr marL="3200400" indent="0">
              <a:buNone/>
              <a:defRPr sz="1600">
                <a:solidFill>
                  <a:srgbClr val="8FB8C9"/>
                </a:solidFill>
              </a:defRPr>
            </a:lvl8pPr>
            <a:lvl9pPr marL="3657600" indent="0">
              <a:buNone/>
              <a:defRPr sz="1600">
                <a:solidFill>
                  <a:srgbClr val="8FB8C9"/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6F4ECD6-4F10-FAB4-9EC7-0A9BDDBBF5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1000">
                <a:solidFill>
                  <a:srgbClr val="5A7A96"/>
                </a:solidFill>
              </a:defRPr>
            </a:lvl1pPr>
          </a:lstStyle>
          <a:p>
            <a:fld id="{2BEF52EC-B397-4D0A-AE91-E0D6840C85A1}" type="datetime1">
              <a:rPr lang="ko-KR" altLang="en-US" smtClean="0"/>
              <a:t>2026-09-17</a:t>
            </a:fld>
            <a:endParaRPr lang="ko-KR" alt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B089ED4-E191-9BE2-6362-00E940AF74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1000">
                <a:solidFill>
                  <a:srgbClr val="5A7A96"/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F322432-D7EA-093F-001B-BC7E0D49E1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000">
                <a:solidFill>
                  <a:srgbClr val="5A7A96"/>
                </a:solidFill>
              </a:defRPr>
            </a:lvl1pPr>
          </a:lstStyle>
          <a:p>
            <a:fld id="{4438A2D4-3867-488E-A04E-7BFFCAED45A6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447302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962A7E8-82BA-7B6E-F6E9-A98D3ECFFB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CAEFAB5-2BD5-B266-2B90-5DF6C6BE75F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EDC97A80-9CA9-6C9D-98D1-D8A829894B9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503A760F-4119-02E0-9047-FD4EFB030E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DD6007-6A42-4C9B-B218-6A32B3A38C67}" type="datetime1">
              <a:rPr lang="ko-KR" altLang="en-US" smtClean="0"/>
              <a:t>2026-09-17</a:t>
            </a:fld>
            <a:endParaRPr lang="ko-KR" altLang="en-US" dirty="0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699B3A7E-6DE5-9DF0-CCF3-4E15062167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6664016-7B2A-6313-FDC2-8FA33EAC93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38A2D4-3867-488E-A04E-7BFFCAED45A6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7370877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6D54C69-8E55-E9AE-CBD6-A0F2276D9E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0B86DB8-CC8D-914E-CEFA-5DF480196E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0B176446-C17B-7FD5-8DB2-B982801142E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F95D4D2A-9477-8669-492E-C33F3E9CD49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91BF0716-4A26-4EAB-6A93-C6203A80724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C0F37FBA-7D77-22F4-B534-1653B07ADB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6658DF-8B5F-4351-A42C-BF3495DE7ABE}" type="datetime1">
              <a:rPr lang="ko-KR" altLang="en-US" smtClean="0"/>
              <a:t>2026-09-17</a:t>
            </a:fld>
            <a:endParaRPr lang="ko-KR" altLang="en-US" dirty="0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E8DA361B-5E51-3A84-F540-036EB166C1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DAD90B8D-AC97-0E06-ED03-C9645D4A46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38A2D4-3867-488E-A04E-7BFFCAED45A6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6278775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AF5235F-156B-75D6-B91A-2D25D5F318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70398CE0-1B1D-EF93-936A-A286EA5776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359C48-8150-4FAB-8BEF-6AD61CFC9BBE}" type="datetime1">
              <a:rPr lang="ko-KR" altLang="en-US" smtClean="0"/>
              <a:t>2026-09-17</a:t>
            </a:fld>
            <a:endParaRPr lang="ko-KR" altLang="en-US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7F4DC0FF-921E-80C0-450A-7B405750E8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A8CF709D-D3DC-4D1F-45FC-9F2F2C1808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38A2D4-3867-488E-A04E-7BFFCAED45A6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7129880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1E4D47D0-9EAC-3C67-62F1-6CC1BEC6FC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41DBCF-1091-470D-AC72-5CF3D00280AC}" type="datetime1">
              <a:rPr lang="ko-KR" altLang="en-US" smtClean="0"/>
              <a:t>2026-09-17</a:t>
            </a:fld>
            <a:endParaRPr lang="ko-KR" altLang="en-US" dirty="0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AA75CACA-850A-EA99-2A04-D33838FCCA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504249E-807B-C0AC-5C11-E3AD439D7F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38A2D4-3867-488E-A04E-7BFFCAED45A6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9690958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AEF82BF-B27F-0EAB-B809-971BA3CE89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C4868F8-4EB2-B804-3AD6-7256AF1C68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4C3E5F92-B2C2-8AB1-01C1-ED72DF18A60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0243173C-11BF-A2F6-F013-59378849A4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24AE7C-57FB-4DBB-B90C-59145D637BF6}" type="datetime1">
              <a:rPr lang="ko-KR" altLang="en-US" smtClean="0"/>
              <a:t>2026-09-17</a:t>
            </a:fld>
            <a:endParaRPr lang="ko-KR" altLang="en-US" dirty="0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3D47E49-717B-A5BA-FB22-E4F74A03BD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6C7ED0F3-0EAE-43B7-F5D2-9F776B23F7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38A2D4-3867-488E-A04E-7BFFCAED45A6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3923198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C3DE7BB-65A1-98A0-61B2-9BA86EB8B4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3393FC40-79A0-A826-1CA9-EE7B1B8BF9E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 dirty="0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BEB9879E-8AC3-D682-707C-4CCA3AC04C7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1C97A2B9-9192-6241-C6C5-2D7D678EEC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D92253-43A0-46E3-918E-3929407A8C01}" type="datetime1">
              <a:rPr lang="ko-KR" altLang="en-US" smtClean="0"/>
              <a:t>2026-09-17</a:t>
            </a:fld>
            <a:endParaRPr lang="ko-KR" altLang="en-US" dirty="0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6B7311CB-F5C2-2F43-5CDB-47B621DB11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B7E252D-5421-B82E-B9DC-97D8A4F118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38A2D4-3867-488E-A04E-7BFFCAED45A6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2743450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CA5921C-217D-706E-B4C1-8C4B415A85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0FA49194-22FD-90CC-72D7-93BB89EBF3C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E3072F4-8B76-D6AF-7D51-73F3466137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178607-39E6-4CB2-B3CB-AB428B3B6195}" type="datetime1">
              <a:rPr lang="ko-KR" altLang="en-US" smtClean="0"/>
              <a:t>2026-09-17</a:t>
            </a:fld>
            <a:endParaRPr lang="ko-KR" alt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903EEA5-CFF1-3A25-3757-289E51F270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0CA5D0D-C1A0-3A92-3E15-E7442EE12D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38A2D4-3867-488E-A04E-7BFFCAED45A6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7198454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544A25BF-197E-B63E-7A73-089055E7BC9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A1D6C20F-2716-6230-FC15-8E28D820B1B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32C15CE-BE12-96E8-58E3-B89CE71B76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78A2F2-325F-46A6-8956-F2A49A35BAF8}" type="datetime1">
              <a:rPr lang="ko-KR" altLang="en-US" smtClean="0"/>
              <a:t>2026-09-17</a:t>
            </a:fld>
            <a:endParaRPr lang="ko-KR" alt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83C669E-1E2D-2737-7F44-4EF88AEE2E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F1D9548-61EF-5EA9-3163-3C25E9287A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38A2D4-3867-488E-A04E-7BFFCAED45A6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2997905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제목 헤어라인"/>
          <p:cNvSpPr/>
          <p:nvPr userDrawn="1"/>
        </p:nvSpPr>
        <p:spPr>
          <a:xfrm>
            <a:off x="929640" y="944880"/>
            <a:ext cx="10332720" cy="0"/>
          </a:xfrm>
          <a:prstGeom prst="line">
            <a:avLst/>
          </a:prstGeom>
          <a:noFill/>
          <a:ln w="9525" cap="flat">
            <a:solidFill>
              <a:srgbClr val="E4EAF0"/>
            </a:solidFill>
          </a:ln>
        </p:spPr>
        <p:txBody>
          <a:bodyPr/>
          <a:lstStyle/>
          <a:p>
            <a:endParaRPr lang="ko-KR" dirty="0"/>
          </a:p>
        </p:txBody>
      </p:sp>
      <p:sp>
        <p:nvSpPr>
          <p:cNvPr id="91" name="제목 강조 룰"/>
          <p:cNvSpPr/>
          <p:nvPr userDrawn="1"/>
        </p:nvSpPr>
        <p:spPr>
          <a:xfrm>
            <a:off x="929640" y="944880"/>
            <a:ext cx="685800" cy="0"/>
          </a:xfrm>
          <a:prstGeom prst="line">
            <a:avLst/>
          </a:prstGeom>
          <a:noFill/>
          <a:ln w="28575" cap="flat">
            <a:solidFill>
              <a:srgbClr val="2EC4D9"/>
            </a:solidFill>
          </a:ln>
        </p:spPr>
        <p:txBody>
          <a:bodyPr/>
          <a:lstStyle/>
          <a:p>
            <a:endParaRPr lang="ko-KR" dirty="0"/>
          </a:p>
        </p:txBody>
      </p:sp>
      <p:grpSp>
        <p:nvGrpSpPr>
          <p:cNvPr id="100" name="격자 패턴"/>
          <p:cNvGrpSpPr/>
          <p:nvPr userDrawn="1"/>
        </p:nvGrpSpPr>
        <p:grpSpPr>
          <a:xfrm>
            <a:off x="11029950" y="6076950"/>
            <a:ext cx="1009650" cy="628650"/>
            <a:chOff x="11029950" y="6076950"/>
            <a:chExt cx="1009650" cy="628650"/>
          </a:xfrm>
        </p:grpSpPr>
        <p:sp>
          <p:nvSpPr>
            <p:cNvPr id="101" name="점 101"/>
            <p:cNvSpPr/>
            <p:nvPr userDrawn="1"/>
          </p:nvSpPr>
          <p:spPr>
            <a:xfrm>
              <a:off x="11029950" y="6076950"/>
              <a:ext cx="57150" cy="57150"/>
            </a:xfrm>
            <a:prstGeom prst="ellipse">
              <a:avLst/>
            </a:prstGeom>
            <a:solidFill>
              <a:srgbClr val="0F2540">
                <a:alpha val="13000"/>
              </a:srgbClr>
            </a:solidFill>
            <a:ln>
              <a:noFill/>
            </a:ln>
          </p:spPr>
          <p:txBody>
            <a:bodyPr/>
            <a:lstStyle/>
            <a:p>
              <a:endParaRPr lang="ko-KR" dirty="0"/>
            </a:p>
          </p:txBody>
        </p:sp>
        <p:sp>
          <p:nvSpPr>
            <p:cNvPr id="102" name="점 102"/>
            <p:cNvSpPr/>
            <p:nvPr userDrawn="1"/>
          </p:nvSpPr>
          <p:spPr>
            <a:xfrm>
              <a:off x="11220450" y="6076950"/>
              <a:ext cx="57150" cy="57150"/>
            </a:xfrm>
            <a:prstGeom prst="ellipse">
              <a:avLst/>
            </a:prstGeom>
            <a:solidFill>
              <a:srgbClr val="0F2540">
                <a:alpha val="13000"/>
              </a:srgbClr>
            </a:solidFill>
            <a:ln>
              <a:noFill/>
            </a:ln>
          </p:spPr>
          <p:txBody>
            <a:bodyPr/>
            <a:lstStyle/>
            <a:p>
              <a:endParaRPr lang="ko-KR" dirty="0"/>
            </a:p>
          </p:txBody>
        </p:sp>
        <p:sp>
          <p:nvSpPr>
            <p:cNvPr id="103" name="점 103"/>
            <p:cNvSpPr/>
            <p:nvPr userDrawn="1"/>
          </p:nvSpPr>
          <p:spPr>
            <a:xfrm>
              <a:off x="11410950" y="6076950"/>
              <a:ext cx="57150" cy="57150"/>
            </a:xfrm>
            <a:prstGeom prst="ellipse">
              <a:avLst/>
            </a:prstGeom>
            <a:solidFill>
              <a:srgbClr val="0F2540">
                <a:alpha val="13000"/>
              </a:srgbClr>
            </a:solidFill>
            <a:ln>
              <a:noFill/>
            </a:ln>
          </p:spPr>
          <p:txBody>
            <a:bodyPr/>
            <a:lstStyle/>
            <a:p>
              <a:endParaRPr lang="ko-KR" dirty="0"/>
            </a:p>
          </p:txBody>
        </p:sp>
        <p:sp>
          <p:nvSpPr>
            <p:cNvPr id="104" name="점 104"/>
            <p:cNvSpPr/>
            <p:nvPr userDrawn="1"/>
          </p:nvSpPr>
          <p:spPr>
            <a:xfrm>
              <a:off x="11601450" y="6076950"/>
              <a:ext cx="57150" cy="57150"/>
            </a:xfrm>
            <a:prstGeom prst="ellipse">
              <a:avLst/>
            </a:prstGeom>
            <a:solidFill>
              <a:srgbClr val="2EC4D9">
                <a:alpha val="50000"/>
              </a:srgbClr>
            </a:solidFill>
            <a:ln>
              <a:noFill/>
            </a:ln>
          </p:spPr>
          <p:txBody>
            <a:bodyPr/>
            <a:lstStyle/>
            <a:p>
              <a:endParaRPr lang="ko-KR" dirty="0"/>
            </a:p>
          </p:txBody>
        </p:sp>
        <p:sp>
          <p:nvSpPr>
            <p:cNvPr id="105" name="점 105"/>
            <p:cNvSpPr/>
            <p:nvPr userDrawn="1"/>
          </p:nvSpPr>
          <p:spPr>
            <a:xfrm>
              <a:off x="11791950" y="6076950"/>
              <a:ext cx="57150" cy="57150"/>
            </a:xfrm>
            <a:prstGeom prst="ellipse">
              <a:avLst/>
            </a:prstGeom>
            <a:solidFill>
              <a:srgbClr val="0F2540">
                <a:alpha val="13000"/>
              </a:srgbClr>
            </a:solidFill>
            <a:ln>
              <a:noFill/>
            </a:ln>
          </p:spPr>
          <p:txBody>
            <a:bodyPr/>
            <a:lstStyle/>
            <a:p>
              <a:endParaRPr lang="ko-KR" dirty="0"/>
            </a:p>
          </p:txBody>
        </p:sp>
        <p:sp>
          <p:nvSpPr>
            <p:cNvPr id="106" name="점 106"/>
            <p:cNvSpPr/>
            <p:nvPr userDrawn="1"/>
          </p:nvSpPr>
          <p:spPr>
            <a:xfrm>
              <a:off x="11982450" y="6076950"/>
              <a:ext cx="57150" cy="57150"/>
            </a:xfrm>
            <a:prstGeom prst="ellipse">
              <a:avLst/>
            </a:prstGeom>
            <a:solidFill>
              <a:srgbClr val="0F2540">
                <a:alpha val="13000"/>
              </a:srgbClr>
            </a:solidFill>
            <a:ln>
              <a:noFill/>
            </a:ln>
          </p:spPr>
          <p:txBody>
            <a:bodyPr/>
            <a:lstStyle/>
            <a:p>
              <a:endParaRPr lang="ko-KR" dirty="0"/>
            </a:p>
          </p:txBody>
        </p:sp>
        <p:sp>
          <p:nvSpPr>
            <p:cNvPr id="107" name="점 107"/>
            <p:cNvSpPr/>
            <p:nvPr userDrawn="1"/>
          </p:nvSpPr>
          <p:spPr>
            <a:xfrm>
              <a:off x="11029950" y="6267450"/>
              <a:ext cx="57150" cy="57150"/>
            </a:xfrm>
            <a:prstGeom prst="ellipse">
              <a:avLst/>
            </a:prstGeom>
            <a:solidFill>
              <a:srgbClr val="0F2540">
                <a:alpha val="13000"/>
              </a:srgbClr>
            </a:solidFill>
            <a:ln>
              <a:noFill/>
            </a:ln>
          </p:spPr>
          <p:txBody>
            <a:bodyPr/>
            <a:lstStyle/>
            <a:p>
              <a:endParaRPr lang="ko-KR" dirty="0"/>
            </a:p>
          </p:txBody>
        </p:sp>
        <p:sp>
          <p:nvSpPr>
            <p:cNvPr id="108" name="점 108"/>
            <p:cNvSpPr/>
            <p:nvPr userDrawn="1"/>
          </p:nvSpPr>
          <p:spPr>
            <a:xfrm>
              <a:off x="11220450" y="6267450"/>
              <a:ext cx="57150" cy="57150"/>
            </a:xfrm>
            <a:prstGeom prst="ellipse">
              <a:avLst/>
            </a:prstGeom>
            <a:solidFill>
              <a:srgbClr val="2EC4D9">
                <a:alpha val="50000"/>
              </a:srgbClr>
            </a:solidFill>
            <a:ln>
              <a:noFill/>
            </a:ln>
          </p:spPr>
          <p:txBody>
            <a:bodyPr/>
            <a:lstStyle/>
            <a:p>
              <a:endParaRPr lang="ko-KR" dirty="0"/>
            </a:p>
          </p:txBody>
        </p:sp>
        <p:sp>
          <p:nvSpPr>
            <p:cNvPr id="109" name="점 109"/>
            <p:cNvSpPr/>
            <p:nvPr userDrawn="1"/>
          </p:nvSpPr>
          <p:spPr>
            <a:xfrm>
              <a:off x="11410950" y="6267450"/>
              <a:ext cx="57150" cy="57150"/>
            </a:xfrm>
            <a:prstGeom prst="ellipse">
              <a:avLst/>
            </a:prstGeom>
            <a:solidFill>
              <a:srgbClr val="0F2540">
                <a:alpha val="13000"/>
              </a:srgbClr>
            </a:solidFill>
            <a:ln>
              <a:noFill/>
            </a:ln>
          </p:spPr>
          <p:txBody>
            <a:bodyPr/>
            <a:lstStyle/>
            <a:p>
              <a:endParaRPr lang="ko-KR" dirty="0"/>
            </a:p>
          </p:txBody>
        </p:sp>
        <p:sp>
          <p:nvSpPr>
            <p:cNvPr id="110" name="점 110"/>
            <p:cNvSpPr/>
            <p:nvPr userDrawn="1"/>
          </p:nvSpPr>
          <p:spPr>
            <a:xfrm>
              <a:off x="11601450" y="6267450"/>
              <a:ext cx="57150" cy="57150"/>
            </a:xfrm>
            <a:prstGeom prst="ellipse">
              <a:avLst/>
            </a:prstGeom>
            <a:solidFill>
              <a:srgbClr val="0F2540">
                <a:alpha val="13000"/>
              </a:srgbClr>
            </a:solidFill>
            <a:ln>
              <a:noFill/>
            </a:ln>
          </p:spPr>
          <p:txBody>
            <a:bodyPr/>
            <a:lstStyle/>
            <a:p>
              <a:endParaRPr lang="ko-KR" dirty="0"/>
            </a:p>
          </p:txBody>
        </p:sp>
        <p:sp>
          <p:nvSpPr>
            <p:cNvPr id="111" name="점 111"/>
            <p:cNvSpPr/>
            <p:nvPr userDrawn="1"/>
          </p:nvSpPr>
          <p:spPr>
            <a:xfrm>
              <a:off x="11791950" y="6267450"/>
              <a:ext cx="57150" cy="57150"/>
            </a:xfrm>
            <a:prstGeom prst="ellipse">
              <a:avLst/>
            </a:prstGeom>
            <a:solidFill>
              <a:srgbClr val="0F2540">
                <a:alpha val="13000"/>
              </a:srgbClr>
            </a:solidFill>
            <a:ln>
              <a:noFill/>
            </a:ln>
          </p:spPr>
          <p:txBody>
            <a:bodyPr/>
            <a:lstStyle/>
            <a:p>
              <a:endParaRPr lang="ko-KR" dirty="0"/>
            </a:p>
          </p:txBody>
        </p:sp>
        <p:sp>
          <p:nvSpPr>
            <p:cNvPr id="112" name="점 112"/>
            <p:cNvSpPr/>
            <p:nvPr userDrawn="1"/>
          </p:nvSpPr>
          <p:spPr>
            <a:xfrm>
              <a:off x="11982450" y="6267450"/>
              <a:ext cx="57150" cy="57150"/>
            </a:xfrm>
            <a:prstGeom prst="ellipse">
              <a:avLst/>
            </a:prstGeom>
            <a:solidFill>
              <a:srgbClr val="0F2540">
                <a:alpha val="13000"/>
              </a:srgbClr>
            </a:solidFill>
            <a:ln>
              <a:noFill/>
            </a:ln>
          </p:spPr>
          <p:txBody>
            <a:bodyPr/>
            <a:lstStyle/>
            <a:p>
              <a:endParaRPr lang="ko-KR" dirty="0"/>
            </a:p>
          </p:txBody>
        </p:sp>
        <p:sp>
          <p:nvSpPr>
            <p:cNvPr id="113" name="점 113"/>
            <p:cNvSpPr/>
            <p:nvPr userDrawn="1"/>
          </p:nvSpPr>
          <p:spPr>
            <a:xfrm>
              <a:off x="11029950" y="6457950"/>
              <a:ext cx="57150" cy="57150"/>
            </a:xfrm>
            <a:prstGeom prst="ellipse">
              <a:avLst/>
            </a:prstGeom>
            <a:solidFill>
              <a:srgbClr val="0F2540">
                <a:alpha val="13000"/>
              </a:srgbClr>
            </a:solidFill>
            <a:ln>
              <a:noFill/>
            </a:ln>
          </p:spPr>
          <p:txBody>
            <a:bodyPr/>
            <a:lstStyle/>
            <a:p>
              <a:endParaRPr lang="ko-KR" dirty="0"/>
            </a:p>
          </p:txBody>
        </p:sp>
        <p:sp>
          <p:nvSpPr>
            <p:cNvPr id="114" name="점 114"/>
            <p:cNvSpPr/>
            <p:nvPr userDrawn="1"/>
          </p:nvSpPr>
          <p:spPr>
            <a:xfrm>
              <a:off x="11220450" y="6457950"/>
              <a:ext cx="57150" cy="57150"/>
            </a:xfrm>
            <a:prstGeom prst="ellipse">
              <a:avLst/>
            </a:prstGeom>
            <a:solidFill>
              <a:srgbClr val="0F2540">
                <a:alpha val="13000"/>
              </a:srgbClr>
            </a:solidFill>
            <a:ln>
              <a:noFill/>
            </a:ln>
          </p:spPr>
          <p:txBody>
            <a:bodyPr/>
            <a:lstStyle/>
            <a:p>
              <a:endParaRPr lang="ko-KR" dirty="0"/>
            </a:p>
          </p:txBody>
        </p:sp>
        <p:sp>
          <p:nvSpPr>
            <p:cNvPr id="115" name="점 115"/>
            <p:cNvSpPr/>
            <p:nvPr userDrawn="1"/>
          </p:nvSpPr>
          <p:spPr>
            <a:xfrm>
              <a:off x="11410950" y="6457950"/>
              <a:ext cx="57150" cy="57150"/>
            </a:xfrm>
            <a:prstGeom prst="ellipse">
              <a:avLst/>
            </a:prstGeom>
            <a:solidFill>
              <a:srgbClr val="0F2540">
                <a:alpha val="13000"/>
              </a:srgbClr>
            </a:solidFill>
            <a:ln>
              <a:noFill/>
            </a:ln>
          </p:spPr>
          <p:txBody>
            <a:bodyPr/>
            <a:lstStyle/>
            <a:p>
              <a:endParaRPr lang="ko-KR" dirty="0"/>
            </a:p>
          </p:txBody>
        </p:sp>
        <p:sp>
          <p:nvSpPr>
            <p:cNvPr id="116" name="점 116"/>
            <p:cNvSpPr/>
            <p:nvPr userDrawn="1"/>
          </p:nvSpPr>
          <p:spPr>
            <a:xfrm>
              <a:off x="11601450" y="6457950"/>
              <a:ext cx="57150" cy="57150"/>
            </a:xfrm>
            <a:prstGeom prst="ellipse">
              <a:avLst/>
            </a:prstGeom>
            <a:solidFill>
              <a:srgbClr val="0F2540">
                <a:alpha val="13000"/>
              </a:srgbClr>
            </a:solidFill>
            <a:ln>
              <a:noFill/>
            </a:ln>
          </p:spPr>
          <p:txBody>
            <a:bodyPr/>
            <a:lstStyle/>
            <a:p>
              <a:endParaRPr lang="ko-KR" dirty="0"/>
            </a:p>
          </p:txBody>
        </p:sp>
        <p:sp>
          <p:nvSpPr>
            <p:cNvPr id="117" name="점 117"/>
            <p:cNvSpPr/>
            <p:nvPr userDrawn="1"/>
          </p:nvSpPr>
          <p:spPr>
            <a:xfrm>
              <a:off x="11791950" y="6457950"/>
              <a:ext cx="57150" cy="57150"/>
            </a:xfrm>
            <a:prstGeom prst="ellipse">
              <a:avLst/>
            </a:prstGeom>
            <a:solidFill>
              <a:srgbClr val="0F2540">
                <a:alpha val="13000"/>
              </a:srgbClr>
            </a:solidFill>
            <a:ln>
              <a:noFill/>
            </a:ln>
          </p:spPr>
          <p:txBody>
            <a:bodyPr/>
            <a:lstStyle/>
            <a:p>
              <a:endParaRPr lang="ko-KR" dirty="0"/>
            </a:p>
          </p:txBody>
        </p:sp>
        <p:sp>
          <p:nvSpPr>
            <p:cNvPr id="118" name="점 118"/>
            <p:cNvSpPr/>
            <p:nvPr userDrawn="1"/>
          </p:nvSpPr>
          <p:spPr>
            <a:xfrm>
              <a:off x="11982450" y="6457950"/>
              <a:ext cx="57150" cy="57150"/>
            </a:xfrm>
            <a:prstGeom prst="ellipse">
              <a:avLst/>
            </a:prstGeom>
            <a:solidFill>
              <a:srgbClr val="0F2540">
                <a:alpha val="13000"/>
              </a:srgbClr>
            </a:solidFill>
            <a:ln>
              <a:noFill/>
            </a:ln>
          </p:spPr>
          <p:txBody>
            <a:bodyPr/>
            <a:lstStyle/>
            <a:p>
              <a:endParaRPr lang="ko-KR" dirty="0"/>
            </a:p>
          </p:txBody>
        </p:sp>
        <p:sp>
          <p:nvSpPr>
            <p:cNvPr id="119" name="점 119"/>
            <p:cNvSpPr/>
            <p:nvPr userDrawn="1"/>
          </p:nvSpPr>
          <p:spPr>
            <a:xfrm>
              <a:off x="11029950" y="6648450"/>
              <a:ext cx="57150" cy="57150"/>
            </a:xfrm>
            <a:prstGeom prst="ellipse">
              <a:avLst/>
            </a:prstGeom>
            <a:solidFill>
              <a:srgbClr val="0F2540">
                <a:alpha val="13000"/>
              </a:srgbClr>
            </a:solidFill>
            <a:ln>
              <a:noFill/>
            </a:ln>
          </p:spPr>
          <p:txBody>
            <a:bodyPr/>
            <a:lstStyle/>
            <a:p>
              <a:endParaRPr lang="ko-KR" dirty="0"/>
            </a:p>
          </p:txBody>
        </p:sp>
        <p:sp>
          <p:nvSpPr>
            <p:cNvPr id="120" name="점 120"/>
            <p:cNvSpPr/>
            <p:nvPr userDrawn="1"/>
          </p:nvSpPr>
          <p:spPr>
            <a:xfrm>
              <a:off x="11220450" y="6648450"/>
              <a:ext cx="57150" cy="57150"/>
            </a:xfrm>
            <a:prstGeom prst="ellipse">
              <a:avLst/>
            </a:prstGeom>
            <a:solidFill>
              <a:srgbClr val="0F2540">
                <a:alpha val="13000"/>
              </a:srgbClr>
            </a:solidFill>
            <a:ln>
              <a:noFill/>
            </a:ln>
          </p:spPr>
          <p:txBody>
            <a:bodyPr/>
            <a:lstStyle/>
            <a:p>
              <a:endParaRPr lang="ko-KR" dirty="0"/>
            </a:p>
          </p:txBody>
        </p:sp>
        <p:sp>
          <p:nvSpPr>
            <p:cNvPr id="121" name="점 121"/>
            <p:cNvSpPr/>
            <p:nvPr userDrawn="1"/>
          </p:nvSpPr>
          <p:spPr>
            <a:xfrm>
              <a:off x="11410950" y="6648450"/>
              <a:ext cx="57150" cy="57150"/>
            </a:xfrm>
            <a:prstGeom prst="ellipse">
              <a:avLst/>
            </a:prstGeom>
            <a:solidFill>
              <a:srgbClr val="2EC4D9">
                <a:alpha val="50000"/>
              </a:srgbClr>
            </a:solidFill>
            <a:ln>
              <a:noFill/>
            </a:ln>
          </p:spPr>
          <p:txBody>
            <a:bodyPr/>
            <a:lstStyle/>
            <a:p>
              <a:endParaRPr lang="ko-KR" dirty="0"/>
            </a:p>
          </p:txBody>
        </p:sp>
        <p:sp>
          <p:nvSpPr>
            <p:cNvPr id="122" name="점 122"/>
            <p:cNvSpPr/>
            <p:nvPr userDrawn="1"/>
          </p:nvSpPr>
          <p:spPr>
            <a:xfrm>
              <a:off x="11601450" y="6648450"/>
              <a:ext cx="57150" cy="57150"/>
            </a:xfrm>
            <a:prstGeom prst="ellipse">
              <a:avLst/>
            </a:prstGeom>
            <a:solidFill>
              <a:srgbClr val="0F2540">
                <a:alpha val="13000"/>
              </a:srgbClr>
            </a:solidFill>
            <a:ln>
              <a:noFill/>
            </a:ln>
          </p:spPr>
          <p:txBody>
            <a:bodyPr/>
            <a:lstStyle/>
            <a:p>
              <a:endParaRPr lang="ko-KR" dirty="0"/>
            </a:p>
          </p:txBody>
        </p:sp>
        <p:sp>
          <p:nvSpPr>
            <p:cNvPr id="123" name="점 123"/>
            <p:cNvSpPr/>
            <p:nvPr userDrawn="1"/>
          </p:nvSpPr>
          <p:spPr>
            <a:xfrm>
              <a:off x="11791950" y="6648450"/>
              <a:ext cx="57150" cy="57150"/>
            </a:xfrm>
            <a:prstGeom prst="ellipse">
              <a:avLst/>
            </a:prstGeom>
            <a:solidFill>
              <a:srgbClr val="0F2540">
                <a:alpha val="13000"/>
              </a:srgbClr>
            </a:solidFill>
            <a:ln>
              <a:noFill/>
            </a:ln>
          </p:spPr>
          <p:txBody>
            <a:bodyPr/>
            <a:lstStyle/>
            <a:p>
              <a:endParaRPr lang="ko-KR" dirty="0"/>
            </a:p>
          </p:txBody>
        </p:sp>
        <p:sp>
          <p:nvSpPr>
            <p:cNvPr id="124" name="점 124"/>
            <p:cNvSpPr/>
            <p:nvPr userDrawn="1"/>
          </p:nvSpPr>
          <p:spPr>
            <a:xfrm>
              <a:off x="11982450" y="6648450"/>
              <a:ext cx="57150" cy="57150"/>
            </a:xfrm>
            <a:prstGeom prst="ellipse">
              <a:avLst/>
            </a:prstGeom>
            <a:solidFill>
              <a:srgbClr val="0F2540">
                <a:alpha val="13000"/>
              </a:srgbClr>
            </a:solidFill>
            <a:ln>
              <a:noFill/>
            </a:ln>
          </p:spPr>
          <p:txBody>
            <a:bodyPr/>
            <a:lstStyle/>
            <a:p>
              <a:endParaRPr lang="ko-KR" dirty="0"/>
            </a:p>
          </p:txBody>
        </p:sp>
      </p:grpSp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33AFC0F6-4140-2489-D0A3-0A632697E4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26866"/>
            <a:ext cx="10515600" cy="6628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5E886E5-5DD8-BA48-583F-AAA217E8DD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423922"/>
            <a:ext cx="10515600" cy="475304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69862E1-2ECD-F622-0F74-FDC2E7199A9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30000"/>
            <a:ext cx="3200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spc="20">
                <a:solidFill>
                  <a:srgbClr val="7E94A8"/>
                </a:solidFill>
                <a:latin typeface="+mn-lt"/>
                <a:ea typeface="+mn-ea"/>
              </a:defRPr>
            </a:lvl1pPr>
          </a:lstStyle>
          <a:p>
            <a:fld id="{75D61A29-800E-482A-B0FD-5A04401ECD92}" type="datetime1">
              <a:rPr lang="ko-KR" altLang="en-US" smtClean="0"/>
              <a:t>2026-09-17</a:t>
            </a:fld>
            <a:endParaRPr lang="ko-KR" alt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F2E1796-7D1E-1254-446E-8BAA61680C2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200000" y="633000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 spc="20">
                <a:solidFill>
                  <a:srgbClr val="7E94A8"/>
                </a:solidFill>
                <a:latin typeface="+mn-lt"/>
                <a:ea typeface="+mn-ea"/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EB692A8-3D04-14CA-0956-516C70492AA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30000"/>
            <a:ext cx="2286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spc="20">
                <a:solidFill>
                  <a:srgbClr val="7E94A8"/>
                </a:solidFill>
                <a:latin typeface="+mn-lt"/>
                <a:ea typeface="+mn-ea"/>
              </a:defRPr>
            </a:lvl1pPr>
          </a:lstStyle>
          <a:p>
            <a:fld id="{4438A2D4-3867-488E-A04E-7BFFCAED45A6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746133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2800" b="0" kern="1200" spc="-3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Clr>
          <a:srgbClr val="2EC4D9"/>
        </a:buClr>
        <a:buSzPct val="85000"/>
        <a:buFont typeface="Arial" panose="020B0604020202020204" pitchFamily="34" charset="0"/>
        <a:buChar char="▪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Clr>
          <a:srgbClr val="5A7A96"/>
        </a:buClr>
        <a:buSzPct val="100000"/>
        <a:buFont typeface="Arial" panose="020B0604020202020204" pitchFamily="34" charset="0"/>
        <a:buChar char="–"/>
        <a:defRPr sz="2400" kern="1200">
          <a:solidFill>
            <a:schemeClr val="tx1">
              <a:alpha val="88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Clr>
          <a:srgbClr val="8FB8C9"/>
        </a:buClr>
        <a:buSzPct val="80000"/>
        <a:buFont typeface="Arial" panose="020B0604020202020204" pitchFamily="34" charset="0"/>
        <a:buChar char="•"/>
        <a:defRPr sz="2000" kern="1200">
          <a:solidFill>
            <a:schemeClr val="tx1">
              <a:alpha val="72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Clr>
          <a:srgbClr val="5A7A96"/>
        </a:buClr>
        <a:buSzPct val="100000"/>
        <a:buFont typeface="Arial" panose="020B0604020202020204" pitchFamily="34" charset="0"/>
        <a:buChar char="–"/>
        <a:defRPr sz="1800" kern="1200">
          <a:solidFill>
            <a:schemeClr val="tx1">
              <a:alpha val="72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Clr>
          <a:srgbClr val="5A7A96"/>
        </a:buClr>
        <a:buSzPct val="100000"/>
        <a:buFont typeface="Arial" panose="020B0604020202020204" pitchFamily="34" charset="0"/>
        <a:buChar char="–"/>
        <a:defRPr sz="1800" kern="1200">
          <a:solidFill>
            <a:schemeClr val="tx1">
              <a:alpha val="72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Clr>
          <a:srgbClr val="5A7A96"/>
        </a:buClr>
        <a:buSzPct val="100000"/>
        <a:buFont typeface="Arial" panose="020B0604020202020204" pitchFamily="34" charset="0"/>
        <a:buChar char="–"/>
        <a:defRPr sz="1800" kern="1200">
          <a:solidFill>
            <a:schemeClr val="tx1">
              <a:alpha val="72000"/>
            </a:schemeClr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Clr>
          <a:srgbClr val="5A7A96"/>
        </a:buClr>
        <a:buSzPct val="100000"/>
        <a:buFont typeface="Arial" panose="020B0604020202020204" pitchFamily="34" charset="0"/>
        <a:buChar char="–"/>
        <a:defRPr sz="1800" kern="1200">
          <a:solidFill>
            <a:schemeClr val="tx1">
              <a:alpha val="72000"/>
            </a:schemeClr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Clr>
          <a:srgbClr val="5A7A96"/>
        </a:buClr>
        <a:buSzPct val="100000"/>
        <a:buFont typeface="Arial" panose="020B0604020202020204" pitchFamily="34" charset="0"/>
        <a:buChar char="–"/>
        <a:defRPr sz="1800" kern="1200">
          <a:solidFill>
            <a:schemeClr val="tx1">
              <a:alpha val="72000"/>
            </a:schemeClr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Clr>
          <a:srgbClr val="5A7A96"/>
        </a:buClr>
        <a:buSzPct val="100000"/>
        <a:buFont typeface="Arial" panose="020B0604020202020204" pitchFamily="34" charset="0"/>
        <a:buChar char="–"/>
        <a:defRPr sz="1800" kern="1200">
          <a:solidFill>
            <a:schemeClr val="tx1">
              <a:alpha val="72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dirty="0"/>
              <a:t>Post-Quantum Cryptography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dirty="0"/>
              <a:t>16. Lamport: Problems and Solutions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Plan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39" y="1295247"/>
            <a:ext cx="10515600" cy="4700016"/>
          </a:xfrm>
        </p:spPr>
        <p:txBody>
          <a:bodyPr/>
          <a:lstStyle/>
          <a:p>
            <a:pPr marL="342900" indent="-342900">
              <a:buFont typeface="+mj-lt"/>
              <a:buAutoNum type="arabicPeriod"/>
            </a:pPr>
            <a:r>
              <a:rPr sz="1800" dirty="0"/>
              <a:t>Lamport의 네 가지 한계</a:t>
            </a:r>
          </a:p>
          <a:p>
            <a:pPr marL="342900" indent="-342900">
              <a:buFont typeface="+mj-lt"/>
              <a:buAutoNum type="arabicPeriod"/>
            </a:pPr>
            <a:r>
              <a:rPr sz="1800" dirty="0"/>
              <a:t>Winternitz OTS</a:t>
            </a:r>
          </a:p>
          <a:p>
            <a:pPr marL="342900" indent="-342900">
              <a:buFont typeface="+mj-lt"/>
              <a:buAutoNum type="arabicPeriod"/>
            </a:pPr>
            <a:r>
              <a:rPr sz="1800" dirty="0"/>
              <a:t>Merkle 트리</a:t>
            </a:r>
          </a:p>
          <a:p>
            <a:pPr marL="342900" indent="-342900">
              <a:buFont typeface="+mj-lt"/>
              <a:buAutoNum type="arabicPeriod"/>
            </a:pPr>
            <a:r>
              <a:rPr sz="1800" dirty="0"/>
              <a:t>하이퍼트</a:t>
            </a:r>
            <a:r>
              <a:rPr lang="ko-KR" altLang="en-US" sz="1800" dirty="0"/>
              <a:t>리</a:t>
            </a:r>
            <a:endParaRPr sz="1800" dirty="0"/>
          </a:p>
        </p:txBody>
      </p:sp>
      <p:sp>
        <p:nvSpPr>
          <p:cNvPr id="900" name="슬라이드 번호 개체 틀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38A2D4-3867-488E-A04E-7BFFCAED45A6}" type="slidenum">
              <a:rPr lang="ko-KR" altLang="en-US" smtClean="0"/>
              <a:t>2</a:t>
            </a:fld>
            <a:endParaRPr lang="ko-KR" alt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Lamport의 네 가지 한계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Part 1</a:t>
            </a:r>
          </a:p>
        </p:txBody>
      </p:sp>
      <p:sp>
        <p:nvSpPr>
          <p:cNvPr id="900" name="슬라이드 번호 개체 틀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38A2D4-3867-488E-A04E-7BFFCAED45A6}" type="slidenum">
              <a:rPr lang="ko-KR" altLang="en-US" smtClean="0"/>
              <a:t>3</a:t>
            </a:fld>
            <a:endParaRPr lang="ko-KR" alt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Lamport의 한계와 첫 해법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838139" y="1295247"/>
                <a:ext cx="5120640" cy="4700016"/>
              </a:xfrm>
            </p:spPr>
            <p:txBody>
              <a:bodyPr/>
              <a:lstStyle/>
              <a:p>
                <a:r>
                  <a:rPr sz="1800" dirty="0"/>
                  <a:t>Lamport OTS: 개인키·공개키·서명이 모두 크고, 개인키는 메시지 하나에만 쓸 수 있다</a:t>
                </a:r>
              </a:p>
              <a:p>
                <a:r>
                  <a:rPr sz="1800" dirty="0"/>
                  <a:t>해법(개인키): 시드와 카운터에서 재생성 </a:t>
                </a:r>
                <a:endParaRPr lang="en-US" dirty="0"/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/>
                          </a:rPr>
                          <m:t>𝑥</m:t>
                        </m:r>
                      </m:e>
                      <m:sub>
                        <m:r>
                          <a:rPr lang="en-US" i="1">
                            <a:latin typeface="Cambria Math"/>
                          </a:rPr>
                          <m:t>𝑖</m:t>
                        </m:r>
                        <m:r>
                          <a:rPr lang="en-US" i="1">
                            <a:latin typeface="Cambria Math"/>
                          </a:rPr>
                          <m:t>,</m:t>
                        </m:r>
                        <m:r>
                          <a:rPr lang="en-US" i="1">
                            <a:latin typeface="Cambria Math"/>
                          </a:rPr>
                          <m:t>𝑗</m:t>
                        </m:r>
                      </m:sub>
                    </m:sSub>
                    <m:r>
                      <a:rPr lang="en-US" i="1">
                        <a:latin typeface="Cambria Math"/>
                      </a:rPr>
                      <m:t>=</m:t>
                    </m:r>
                    <m:r>
                      <m:rPr>
                        <m:sty m:val="p"/>
                      </m:rPr>
                      <a:rPr lang="en-US" i="0">
                        <a:latin typeface="Cambria Math"/>
                      </a:rPr>
                      <m:t>PRF</m:t>
                    </m:r>
                    <m:r>
                      <a:rPr lang="en-US" i="1">
                        <a:latin typeface="Cambria Math"/>
                      </a:rPr>
                      <m:t>(</m:t>
                    </m:r>
                    <m:r>
                      <m:rPr>
                        <m:sty m:val="p"/>
                      </m:rPr>
                      <a:rPr lang="en-US" i="0">
                        <a:latin typeface="Cambria Math"/>
                      </a:rPr>
                      <m:t>seed</m:t>
                    </m:r>
                    <m:r>
                      <a:rPr lang="en-US" i="1">
                        <a:latin typeface="Cambria Math"/>
                      </a:rPr>
                      <m:t>,</m:t>
                    </m:r>
                    <m:r>
                      <a:rPr lang="en-US" i="1">
                        <a:latin typeface="Cambria Math"/>
                      </a:rPr>
                      <m:t>𝑖</m:t>
                    </m:r>
                    <m:r>
                      <a:rPr lang="en-US" i="1">
                        <a:latin typeface="Cambria Math"/>
                      </a:rPr>
                      <m:t>,</m:t>
                    </m:r>
                    <m:r>
                      <a:rPr lang="en-US" i="1">
                        <a:latin typeface="Cambria Math"/>
                      </a:rPr>
                      <m:t>𝑗</m:t>
                    </m:r>
                    <m:r>
                      <a:rPr lang="en-US" i="1">
                        <a:latin typeface="Cambria Math"/>
                      </a:rPr>
                      <m:t>)</m:t>
                    </m:r>
                  </m:oMath>
                </a14:m>
                <a:endParaRPr dirty="0"/>
              </a:p>
              <a:p>
                <a:r>
                  <a:rPr sz="1800" dirty="0"/>
                  <a:t>PRF는 예컨대 HMAC </a:t>
                </a:r>
                <a:endParaRPr lang="en-US" dirty="0"/>
              </a:p>
              <a:p>
                <a:pPr lvl="1"/>
                <a:r>
                  <a:rPr dirty="0"/>
                  <a:t>seed가 HMAC의 비밀키 역할을 한다</a:t>
                </a:r>
              </a:p>
              <a:p>
                <a:r>
                  <a:rPr sz="1800" dirty="0"/>
                  <a:t>결과: 개인키가 16,384바이트에서 32바이트로 축소된다</a:t>
                </a:r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139" y="1295247"/>
                <a:ext cx="5120640" cy="4700016"/>
              </a:xfrm>
              <a:blipFill>
                <a:blip r:embed="rId2"/>
                <a:stretch>
                  <a:fillRect l="-357" r="-166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00" name="슬라이드 번호 개체 틀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38A2D4-3867-488E-A04E-7BFFCAED45A6}" type="slidenum">
              <a:rPr lang="ko-KR" altLang="en-US" smtClean="0"/>
              <a:t>4</a:t>
            </a:fld>
            <a:endParaRPr lang="ko-KR" altLang="en-US" dirty="0"/>
          </a:p>
        </p:txBody>
      </p:sp>
      <p:graphicFrame>
        <p:nvGraphicFramePr>
          <p:cNvPr id="901" name="Table 90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21141352"/>
              </p:ext>
            </p:extLst>
          </p:nvPr>
        </p:nvGraphicFramePr>
        <p:xfrm>
          <a:off x="6400800" y="2011680"/>
          <a:ext cx="484632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23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23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1800" b="1" dirty="0">
                          <a:solidFill>
                            <a:schemeClr val="bg1"/>
                          </a:solidFill>
                        </a:rPr>
                        <a:t>항목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 dirty="0">
                          <a:solidFill>
                            <a:schemeClr val="bg1"/>
                          </a:solidFill>
                        </a:rPr>
                        <a:t>크기 (n=256)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1800" dirty="0"/>
                        <a:t>개인키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dirty="0"/>
                        <a:t>16,384 바이트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1800" dirty="0"/>
                        <a:t>공개키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dirty="0"/>
                        <a:t>16,384 바이트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1800" dirty="0"/>
                        <a:t>서명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dirty="0"/>
                        <a:t>8,192 바이트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Winternitz OTS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Part 2</a:t>
            </a:r>
          </a:p>
        </p:txBody>
      </p:sp>
      <p:sp>
        <p:nvSpPr>
          <p:cNvPr id="900" name="슬라이드 번호 개체 틀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38A2D4-3867-488E-A04E-7BFFCAED45A6}" type="slidenum">
              <a:rPr lang="ko-KR" altLang="en-US" smtClean="0"/>
              <a:t>5</a:t>
            </a:fld>
            <a:endParaRPr lang="ko-KR" alt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해시 체인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838138" y="1295247"/>
                <a:ext cx="5739125" cy="4700016"/>
              </a:xfrm>
            </p:spPr>
            <p:txBody>
              <a:bodyPr/>
              <a:lstStyle/>
              <a:p>
                <a:r>
                  <a:rPr sz="1800" dirty="0"/>
                  <a:t>사전영상 저항적 함수 G를 반복 적용해 만든 수열</a:t>
                </a:r>
                <a:br>
                  <a:rPr lang="en-US" sz="1800" dirty="0"/>
                </a:br>
                <a:r>
                  <a:rPr sz="1800" dirty="0"/>
                  <a:t>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/>
                          </a:rPr>
                          <m:t>𝑥</m:t>
                        </m:r>
                      </m:e>
                      <m:sub>
                        <m:r>
                          <a:rPr lang="en-US" i="1">
                            <a:latin typeface="Cambria Math"/>
                          </a:rPr>
                          <m:t>𝑖</m:t>
                        </m:r>
                      </m:sub>
                    </m:sSub>
                    <m:r>
                      <a:rPr lang="en-US" i="1">
                        <a:latin typeface="Cambria Math"/>
                      </a:rPr>
                      <m:t>=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/>
                          </a:rPr>
                          <m:t>𝐺</m:t>
                        </m:r>
                      </m:e>
                      <m:sup>
                        <m:r>
                          <a:rPr lang="en-US" i="1">
                            <a:latin typeface="Cambria Math"/>
                          </a:rPr>
                          <m:t>𝑖</m:t>
                        </m:r>
                      </m:sup>
                    </m:sSup>
                    <m:r>
                      <a:rPr lang="en-US" i="1">
                        <a:latin typeface="Cambria Math"/>
                      </a:rPr>
                      <m:t>(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/>
                          </a:rPr>
                          <m:t>𝑥</m:t>
                        </m:r>
                      </m:e>
                      <m:sub>
                        <m:r>
                          <a:rPr lang="en-US" i="1">
                            <a:latin typeface="Cambria Math"/>
                          </a:rPr>
                          <m:t>0</m:t>
                        </m:r>
                      </m:sub>
                    </m:sSub>
                    <m:r>
                      <a:rPr lang="en-US" i="1">
                        <a:latin typeface="Cambria Math"/>
                      </a:rPr>
                      <m:t>)</m:t>
                    </m:r>
                  </m:oMath>
                </a14:m>
                <a:endParaRPr sz="1800" dirty="0"/>
              </a:p>
              <a:p>
                <a:r>
                  <a:rPr sz="1800" dirty="0"/>
                  <a:t>임의의 x</a:t>
                </a:r>
                <a:r>
                  <a:rPr sz="1800" baseline="-25000" dirty="0"/>
                  <a:t>i</a:t>
                </a:r>
                <a:r>
                  <a:rPr sz="1800" dirty="0"/>
                  <a:t>가 주어지면 뒤(j&gt;i)로는 G를 더 적용해 쉽게 계산할 수 있다</a:t>
                </a:r>
              </a:p>
              <a:p>
                <a:r>
                  <a:rPr sz="1800" dirty="0"/>
                  <a:t>앞(j&lt;i)으로는 계산할 수 없다 </a:t>
                </a:r>
                <a:endParaRPr lang="en-US" sz="1800" dirty="0"/>
              </a:p>
              <a:p>
                <a:pPr lvl="1"/>
                <a:r>
                  <a:rPr lang="en-US" dirty="0"/>
                  <a:t> </a:t>
                </a:r>
                <a:r>
                  <a:rPr dirty="0"/>
                  <a:t>G가 사전영상 저항적이기 때문</a:t>
                </a:r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138" y="1295247"/>
                <a:ext cx="5739125" cy="4700016"/>
              </a:xfrm>
              <a:blipFill>
                <a:blip r:embed="rId2"/>
                <a:stretch>
                  <a:fillRect l="-318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00" name="슬라이드 번호 개체 틀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38A2D4-3867-488E-A04E-7BFFCAED45A6}" type="slidenum">
              <a:rPr lang="ko-KR" altLang="en-US" smtClean="0"/>
              <a:t>6</a:t>
            </a:fld>
            <a:endParaRPr lang="ko-KR" alt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3590B1A5-2951-AAAE-9835-70C16E0B6BC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30611" y="1295247"/>
            <a:ext cx="3559978" cy="380948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체크섬이 없으면 위조된다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39" y="1295247"/>
            <a:ext cx="10515600" cy="4700016"/>
          </a:xfrm>
        </p:spPr>
        <p:txBody>
          <a:bodyPr/>
          <a:lstStyle/>
          <a:p>
            <a:r>
              <a:rPr sz="1800" dirty="0"/>
              <a:t>관찰 1: 공개키 Y만 아는 공격자도, 모든 블록이 최댓값인 메시지의 서명은 위조할 수 있다</a:t>
            </a:r>
          </a:p>
          <a:p>
            <a:r>
              <a:rPr sz="1800" dirty="0"/>
              <a:t>관찰 2: 서명 하나를 보면 그보다 '큰' 블록값을 갖는 모든 메시지의 서명을 계산할 수 있다</a:t>
            </a:r>
          </a:p>
          <a:p>
            <a:r>
              <a:rPr sz="1800" dirty="0"/>
              <a:t>예: h=(2,3,0,2,1,0)을 봤다면, h*=(3,3,1,2,2,0)의 서명도 위조할 수 있다</a:t>
            </a:r>
          </a:p>
          <a:p>
            <a:r>
              <a:rPr sz="1800" dirty="0"/>
              <a:t>공통 원인: 체인은 값을 키우는 방향(앞)으로만 갈 수 있어, 블록을 키우는 위조는 공짜다</a:t>
            </a:r>
          </a:p>
        </p:txBody>
      </p:sp>
      <p:sp>
        <p:nvSpPr>
          <p:cNvPr id="900" name="슬라이드 번호 개체 틀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38A2D4-3867-488E-A04E-7BFFCAED45A6}" type="slidenum">
              <a:rPr lang="ko-KR" altLang="en-US" smtClean="0"/>
              <a:t>7</a:t>
            </a:fld>
            <a:endParaRPr lang="ko-KR" alt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토이 예제와 안전성 논증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838139" y="1295247"/>
                <a:ext cx="10515600" cy="4700016"/>
              </a:xfrm>
            </p:spPr>
            <p:txBody>
              <a:bodyPr/>
              <a:lstStyle/>
              <a:p>
                <a:r>
                  <a:rPr sz="1800" dirty="0"/>
                  <a:t>예시 파라미터: H=12비트, w=2(체인 길이 3) — 메시지 블록 6개 + 체크섬 블록 3개</a:t>
                </a:r>
              </a:p>
              <a:p>
                <a:r>
                  <a:rPr sz="1800" dirty="0"/>
                  <a:t>검증: 모든 i에서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/>
                          </a:rPr>
                          <m:t>𝐺</m:t>
                        </m:r>
                      </m:e>
                      <m:sup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/>
                              </a:rPr>
                              <m:t>2</m:t>
                            </m:r>
                          </m:e>
                          <m:sup>
                            <m:r>
                              <a:rPr lang="en-US" i="1">
                                <a:latin typeface="Cambria Math"/>
                              </a:rPr>
                              <m:t>𝑤</m:t>
                            </m:r>
                          </m:sup>
                        </m:sSup>
                        <m:r>
                          <a:rPr lang="en-US" i="1">
                            <a:latin typeface="Cambria Math"/>
                          </a:rPr>
                          <m:t>−1−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/>
                              </a:rPr>
                              <m:t>h</m:t>
                            </m:r>
                          </m:e>
                          <m:sub>
                            <m:r>
                              <a:rPr lang="en-US" i="1">
                                <a:latin typeface="Cambria Math"/>
                              </a:rPr>
                              <m:t>𝑖</m:t>
                            </m:r>
                          </m:sub>
                        </m:sSub>
                      </m:sup>
                    </m:sSup>
                    <m:r>
                      <a:rPr lang="en-US" i="1">
                        <a:latin typeface="Cambria Math"/>
                      </a:rPr>
                      <m:t>(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/>
                          </a:rPr>
                          <m:t>𝑠</m:t>
                        </m:r>
                      </m:e>
                      <m:sub>
                        <m:r>
                          <a:rPr lang="en-US" i="1">
                            <a:latin typeface="Cambria Math"/>
                          </a:rPr>
                          <m:t>𝑖</m:t>
                        </m:r>
                      </m:sub>
                    </m:sSub>
                    <m:r>
                      <a:rPr lang="en-US" i="1">
                        <a:latin typeface="Cambria Math"/>
                      </a:rPr>
                      <m:t>)=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/>
                          </a:rPr>
                          <m:t>𝑦</m:t>
                        </m:r>
                      </m:e>
                      <m:sub>
                        <m:r>
                          <a:rPr lang="en-US" i="1">
                            <a:latin typeface="Cambria Math"/>
                          </a:rPr>
                          <m:t>𝑖</m:t>
                        </m:r>
                      </m:sub>
                    </m:sSub>
                  </m:oMath>
                </a14:m>
                <a:endParaRPr sz="1800" dirty="0"/>
              </a:p>
              <a:p>
                <a:r>
                  <a:rPr sz="1800" dirty="0"/>
                  <a:t>안전성: 블록을 키우면 체크섬이 줄고, 체크섬 체인도 앞으로만 갈 수 있어 위조 불가능</a:t>
                </a:r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139" y="1295247"/>
                <a:ext cx="10515600" cy="4700016"/>
              </a:xfrm>
              <a:blipFill>
                <a:blip r:embed="rId2"/>
                <a:stretch>
                  <a:fillRect l="-174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00" name="슬라이드 번호 개체 틀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38A2D4-3867-488E-A04E-7BFFCAED45A6}" type="slidenum">
              <a:rPr lang="ko-KR" altLang="en-US" smtClean="0"/>
              <a:t>8</a:t>
            </a:fld>
            <a:endParaRPr lang="ko-KR" altLang="en-US" dirty="0"/>
          </a:p>
        </p:txBody>
      </p:sp>
      <p:graphicFrame>
        <p:nvGraphicFramePr>
          <p:cNvPr id="901" name="Table 90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68003300"/>
              </p:ext>
            </p:extLst>
          </p:nvPr>
        </p:nvGraphicFramePr>
        <p:xfrm>
          <a:off x="838139" y="2946086"/>
          <a:ext cx="10515600" cy="37490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74903">
                <a:tc>
                  <a:txBody>
                    <a:bodyPr/>
                    <a:lstStyle/>
                    <a:p>
                      <a:pPr algn="ctr"/>
                      <a:r>
                        <a:rPr sz="1800" b="1" dirty="0">
                          <a:solidFill>
                            <a:schemeClr val="bg1"/>
                          </a:solidFill>
                        </a:rPr>
                        <a:t>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 dirty="0">
                          <a:solidFill>
                            <a:schemeClr val="bg1"/>
                          </a:solidFill>
                        </a:rPr>
                        <a:t>x</a:t>
                      </a:r>
                      <a:r>
                        <a:rPr sz="1800" b="1" baseline="-25000" dirty="0">
                          <a:solidFill>
                            <a:schemeClr val="bg1"/>
                          </a:solidFill>
                        </a:rPr>
                        <a:t>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 dirty="0">
                          <a:solidFill>
                            <a:schemeClr val="bg1"/>
                          </a:solidFill>
                        </a:rPr>
                        <a:t>블록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 dirty="0">
                          <a:solidFill>
                            <a:schemeClr val="bg1"/>
                          </a:solidFill>
                        </a:rPr>
                        <a:t>s</a:t>
                      </a:r>
                      <a:r>
                        <a:rPr sz="1800" b="1" baseline="-25000" dirty="0">
                          <a:solidFill>
                            <a:schemeClr val="bg1"/>
                          </a:solidFill>
                        </a:rPr>
                        <a:t>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 dirty="0">
                          <a:solidFill>
                            <a:schemeClr val="bg1"/>
                          </a:solidFill>
                        </a:rPr>
                        <a:t>y</a:t>
                      </a:r>
                      <a:r>
                        <a:rPr sz="1800" b="1" baseline="-25000" dirty="0">
                          <a:solidFill>
                            <a:schemeClr val="bg1"/>
                          </a:solidFill>
                        </a:rPr>
                        <a:t>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4903">
                <a:tc>
                  <a:txBody>
                    <a:bodyPr/>
                    <a:lstStyle/>
                    <a:p>
                      <a:pPr algn="ctr"/>
                      <a:r>
                        <a:rPr sz="1800" dirty="0"/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dirty="0"/>
                        <a:t>0x10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dirty="0"/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dirty="0"/>
                        <a:t>0x5A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dirty="0"/>
                        <a:t>0xBB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4903">
                <a:tc>
                  <a:txBody>
                    <a:bodyPr/>
                    <a:lstStyle/>
                    <a:p>
                      <a:pPr algn="ctr"/>
                      <a:r>
                        <a:rPr sz="1800" dirty="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dirty="0"/>
                        <a:t>0x21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dirty="0"/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dirty="0"/>
                        <a:t>0x38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dirty="0"/>
                        <a:t>0x38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4903">
                <a:tc>
                  <a:txBody>
                    <a:bodyPr/>
                    <a:lstStyle/>
                    <a:p>
                      <a:pPr algn="ctr"/>
                      <a:r>
                        <a:rPr sz="1800" dirty="0"/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dirty="0"/>
                        <a:t>0x32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dirty="0"/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dirty="0"/>
                        <a:t>0x32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dirty="0"/>
                        <a:t>0x8C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4903">
                <a:tc>
                  <a:txBody>
                    <a:bodyPr/>
                    <a:lstStyle/>
                    <a:p>
                      <a:pPr algn="ctr"/>
                      <a:r>
                        <a:rPr sz="1800" dirty="0"/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dirty="0"/>
                        <a:t>0x43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dirty="0"/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dirty="0"/>
                        <a:t>0x82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dirty="0"/>
                        <a:t>0xA5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4903">
                <a:tc>
                  <a:txBody>
                    <a:bodyPr/>
                    <a:lstStyle/>
                    <a:p>
                      <a:pPr algn="ctr"/>
                      <a:r>
                        <a:rPr sz="1800" dirty="0"/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dirty="0"/>
                        <a:t>0x54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dirty="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dirty="0"/>
                        <a:t>0xE6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dirty="0"/>
                        <a:t>0x01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4903">
                <a:tc>
                  <a:txBody>
                    <a:bodyPr/>
                    <a:lstStyle/>
                    <a:p>
                      <a:pPr algn="ctr"/>
                      <a:r>
                        <a:rPr sz="1800" dirty="0"/>
                        <a:t>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dirty="0"/>
                        <a:t>0x65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dirty="0"/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dirty="0"/>
                        <a:t>0x65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dirty="0"/>
                        <a:t>0x2D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4903">
                <a:tc>
                  <a:txBody>
                    <a:bodyPr/>
                    <a:lstStyle/>
                    <a:p>
                      <a:pPr algn="ctr"/>
                      <a:r>
                        <a:rPr sz="1800" dirty="0"/>
                        <a:t>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dirty="0"/>
                        <a:t>0x76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dirty="0"/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dirty="0"/>
                        <a:t>0x76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dirty="0"/>
                        <a:t>0x45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4903">
                <a:tc>
                  <a:txBody>
                    <a:bodyPr/>
                    <a:lstStyle/>
                    <a:p>
                      <a:pPr algn="ctr"/>
                      <a:r>
                        <a:rPr sz="1800" dirty="0"/>
                        <a:t>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dirty="0"/>
                        <a:t>0x87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dirty="0"/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dirty="0"/>
                        <a:t>0x86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dirty="0"/>
                        <a:t>0x3C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74912">
                <a:tc>
                  <a:txBody>
                    <a:bodyPr/>
                    <a:lstStyle/>
                    <a:p>
                      <a:pPr algn="ctr"/>
                      <a:r>
                        <a:rPr sz="1800" dirty="0"/>
                        <a:t>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dirty="0"/>
                        <a:t>0x98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dirty="0"/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dirty="0"/>
                        <a:t>0xA1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dirty="0"/>
                        <a:t>0x8A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Winternitz OTS 정의와 크기 비교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838139" y="1295247"/>
                <a:ext cx="10515600" cy="4700016"/>
              </a:xfrm>
            </p:spPr>
            <p:txBody>
              <a:bodyPr/>
              <a:lstStyle/>
              <a:p>
                <a:r>
                  <a:rPr sz="1800" dirty="0"/>
                  <a:t>파라미터(w는 n의 약수):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/>
                            </a:rPr>
                            <m:t>ℓ</m:t>
                          </m:r>
                        </m:e>
                        <m:sub>
                          <m:r>
                            <a:rPr lang="en-US" i="1">
                              <a:latin typeface="Cambria Math"/>
                            </a:rPr>
                            <m:t>1</m:t>
                          </m:r>
                        </m:sub>
                      </m:sSub>
                      <m:r>
                        <a:rPr lang="en-US" i="1"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/>
                            </a:rPr>
                            <m:t>𝑛</m:t>
                          </m:r>
                        </m:num>
                        <m:den>
                          <m:r>
                            <a:rPr lang="en-US" i="1">
                              <a:latin typeface="Cambria Math"/>
                            </a:rPr>
                            <m:t>𝑤</m:t>
                          </m:r>
                        </m:den>
                      </m:f>
                      <m:r>
                        <a:rPr lang="en-US" i="1">
                          <a:latin typeface="Cambria Math"/>
                        </a:rPr>
                        <m:t>,</m:t>
                      </m:r>
                      <m:r>
                        <m:rPr>
                          <m:nor/>
                        </m:rPr>
                        <a:rPr lang="en-US" i="0">
                          <a:latin typeface="Cambria Math"/>
                        </a:rPr>
                        <m:t> 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/>
                            </a:rPr>
                            <m:t>ℓ</m:t>
                          </m:r>
                        </m:e>
                        <m:sub>
                          <m:r>
                            <a:rPr lang="en-US" i="1">
                              <a:latin typeface="Cambria Math"/>
                            </a:rPr>
                            <m:t>2</m:t>
                          </m:r>
                        </m:sub>
                      </m:sSub>
                      <m:r>
                        <a:rPr lang="en-US" i="1">
                          <a:latin typeface="Cambria Math"/>
                        </a:rPr>
                        <m:t>=</m:t>
                      </m:r>
                      <m:d>
                        <m:dPr>
                          <m:begChr m:val="⌊"/>
                          <m:endChr m:val="⌋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i="0">
                                      <a:latin typeface="Cambria Math"/>
                                    </a:rPr>
                                    <m:t>log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i="1">
                                  <a:latin typeface="Cambria Math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/>
                                    </a:rPr>
                                    <m:t>ℓ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i="1">
                                  <a:latin typeface="Cambria Math"/>
                                </a:rPr>
                                <m:t>(</m:t>
                              </m:r>
                              <m:sSup>
                                <m:sSup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i="1">
                                      <a:latin typeface="Cambria Math"/>
                                    </a:rPr>
                                    <m:t>2</m:t>
                                  </m:r>
                                </m:e>
                                <m:sup>
                                  <m:r>
                                    <a:rPr lang="en-US" i="1">
                                      <a:latin typeface="Cambria Math"/>
                                    </a:rPr>
                                    <m:t>𝑤</m:t>
                                  </m:r>
                                </m:sup>
                              </m:sSup>
                              <m:r>
                                <a:rPr lang="en-US" i="1">
                                  <a:latin typeface="Cambria Math"/>
                                </a:rPr>
                                <m:t>−1))</m:t>
                              </m:r>
                            </m:num>
                            <m:den>
                              <m:r>
                                <a:rPr lang="en-US" i="1">
                                  <a:latin typeface="Cambria Math"/>
                                </a:rPr>
                                <m:t>𝑤</m:t>
                              </m:r>
                            </m:den>
                          </m:f>
                        </m:e>
                      </m:d>
                      <m:r>
                        <a:rPr lang="en-US" i="1">
                          <a:latin typeface="Cambria Math"/>
                        </a:rPr>
                        <m:t>+1,</m:t>
                      </m:r>
                      <m:r>
                        <m:rPr>
                          <m:nor/>
                        </m:rPr>
                        <a:rPr lang="en-US" i="0">
                          <a:latin typeface="Cambria Math"/>
                        </a:rPr>
                        <m:t> </m:t>
                      </m:r>
                      <m:r>
                        <a:rPr lang="en-US" i="1">
                          <a:latin typeface="Cambria Math"/>
                        </a:rPr>
                        <m:t>ℓ=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/>
                            </a:rPr>
                            <m:t>ℓ</m:t>
                          </m:r>
                        </m:e>
                        <m:sub>
                          <m:r>
                            <a:rPr lang="en-US" i="1">
                              <a:latin typeface="Cambria Math"/>
                            </a:rPr>
                            <m:t>1</m:t>
                          </m:r>
                        </m:sub>
                      </m:sSub>
                      <m:r>
                        <a:rPr lang="en-US" i="1">
                          <a:latin typeface="Cambria Math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/>
                            </a:rPr>
                            <m:t>ℓ</m:t>
                          </m:r>
                        </m:e>
                        <m:sub>
                          <m:r>
                            <a:rPr lang="en-US" i="1">
                              <a:latin typeface="Cambria Math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sz="1800" dirty="0"/>
              </a:p>
              <a:p>
                <a:r>
                  <a:rPr sz="1800" dirty="0"/>
                  <a:t>키생성: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/>
                          </a:rPr>
                          <m:t>𝑦</m:t>
                        </m:r>
                      </m:e>
                      <m:sub>
                        <m:r>
                          <a:rPr lang="en-US" i="1">
                            <a:latin typeface="Cambria Math"/>
                          </a:rPr>
                          <m:t>𝑖</m:t>
                        </m:r>
                      </m:sub>
                    </m:sSub>
                    <m:r>
                      <a:rPr lang="en-US" i="1">
                        <a:latin typeface="Cambria Math"/>
                      </a:rPr>
                      <m:t>=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/>
                          </a:rPr>
                          <m:t>𝐺</m:t>
                        </m:r>
                      </m:e>
                      <m:sup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/>
                              </a:rPr>
                              <m:t>2</m:t>
                            </m:r>
                          </m:e>
                          <m:sup>
                            <m:r>
                              <a:rPr lang="en-US" i="1">
                                <a:latin typeface="Cambria Math"/>
                              </a:rPr>
                              <m:t>𝑤</m:t>
                            </m:r>
                          </m:sup>
                        </m:sSup>
                        <m:r>
                          <a:rPr lang="en-US" i="1">
                            <a:latin typeface="Cambria Math"/>
                          </a:rPr>
                          <m:t>−1</m:t>
                        </m:r>
                      </m:sup>
                    </m:sSup>
                    <m:r>
                      <a:rPr lang="en-US" i="1">
                        <a:latin typeface="Cambria Math"/>
                      </a:rPr>
                      <m:t>(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/>
                          </a:rPr>
                          <m:t>𝑥</m:t>
                        </m:r>
                      </m:e>
                      <m:sub>
                        <m:r>
                          <a:rPr lang="en-US" i="1">
                            <a:latin typeface="Cambria Math"/>
                          </a:rPr>
                          <m:t>𝑖</m:t>
                        </m:r>
                      </m:sub>
                    </m:sSub>
                    <m:r>
                      <a:rPr lang="en-US" i="1">
                        <a:latin typeface="Cambria Math"/>
                      </a:rPr>
                      <m:t>)</m:t>
                    </m:r>
                  </m:oMath>
                </a14:m>
                <a:r>
                  <a:rPr sz="1800" dirty="0"/>
                  <a:t>  (개인키 X=(x</a:t>
                </a:r>
                <a:r>
                  <a:rPr sz="1800" baseline="-25000" dirty="0"/>
                  <a:t>i</a:t>
                </a:r>
                <a:r>
                  <a:rPr sz="1800" dirty="0"/>
                  <a:t>), 공개키 Y=(y</a:t>
                </a:r>
                <a:r>
                  <a:rPr sz="1800" baseline="-25000" dirty="0"/>
                  <a:t>i</a:t>
                </a:r>
                <a:r>
                  <a:rPr sz="1800" dirty="0"/>
                  <a:t>))</a:t>
                </a:r>
              </a:p>
              <a:p>
                <a:r>
                  <a:rPr sz="1800" dirty="0"/>
                  <a:t>서명: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/>
                          </a:rPr>
                          <m:t>𝑠</m:t>
                        </m:r>
                      </m:e>
                      <m:sub>
                        <m:r>
                          <a:rPr lang="en-US" i="1">
                            <a:latin typeface="Cambria Math"/>
                          </a:rPr>
                          <m:t>𝑖</m:t>
                        </m:r>
                      </m:sub>
                    </m:sSub>
                    <m:r>
                      <a:rPr lang="en-US" i="1">
                        <a:latin typeface="Cambria Math"/>
                      </a:rPr>
                      <m:t>=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/>
                          </a:rPr>
                          <m:t>𝐺</m:t>
                        </m:r>
                      </m:e>
                      <m:sup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/>
                              </a:rPr>
                              <m:t>h</m:t>
                            </m:r>
                          </m:e>
                          <m:sub>
                            <m:r>
                              <a:rPr lang="en-US" i="1">
                                <a:latin typeface="Cambria Math"/>
                              </a:rPr>
                              <m:t>𝑖</m:t>
                            </m:r>
                          </m:sub>
                        </m:sSub>
                      </m:sup>
                    </m:sSup>
                    <m:r>
                      <a:rPr lang="en-US" i="1">
                        <a:latin typeface="Cambria Math"/>
                      </a:rPr>
                      <m:t>(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/>
                          </a:rPr>
                          <m:t>𝑥</m:t>
                        </m:r>
                      </m:e>
                      <m:sub>
                        <m:r>
                          <a:rPr lang="en-US" i="1">
                            <a:latin typeface="Cambria Math"/>
                          </a:rPr>
                          <m:t>𝑖</m:t>
                        </m:r>
                      </m:sub>
                    </m:sSub>
                    <m:r>
                      <a:rPr lang="en-US" i="1">
                        <a:latin typeface="Cambria Math"/>
                      </a:rPr>
                      <m:t>)</m:t>
                    </m:r>
                  </m:oMath>
                </a14:m>
                <a:endParaRPr sz="1800" dirty="0"/>
              </a:p>
              <a:p>
                <a:r>
                  <a:rPr sz="1800" dirty="0"/>
                  <a:t>검증: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/>
                          </a:rPr>
                          <m:t>𝑦</m:t>
                        </m:r>
                      </m:e>
                      <m:sub>
                        <m:r>
                          <a:rPr lang="en-US" i="1">
                            <a:latin typeface="Cambria Math"/>
                          </a:rPr>
                          <m:t>𝑖</m:t>
                        </m:r>
                      </m:sub>
                    </m:sSub>
                    <m:r>
                      <a:rPr lang="en-US" i="1">
                        <a:latin typeface="Cambria Math"/>
                      </a:rPr>
                      <m:t>=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/>
                          </a:rPr>
                          <m:t>𝐺</m:t>
                        </m:r>
                      </m:e>
                      <m:sup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/>
                              </a:rPr>
                              <m:t>2</m:t>
                            </m:r>
                          </m:e>
                          <m:sup>
                            <m:r>
                              <a:rPr lang="en-US" i="1">
                                <a:latin typeface="Cambria Math"/>
                              </a:rPr>
                              <m:t>𝑤</m:t>
                            </m:r>
                          </m:sup>
                        </m:sSup>
                        <m:r>
                          <a:rPr lang="en-US" i="1">
                            <a:latin typeface="Cambria Math"/>
                          </a:rPr>
                          <m:t>−1−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/>
                              </a:rPr>
                              <m:t>h</m:t>
                            </m:r>
                          </m:e>
                          <m:sub>
                            <m:r>
                              <a:rPr lang="en-US" i="1">
                                <a:latin typeface="Cambria Math"/>
                              </a:rPr>
                              <m:t>𝑖</m:t>
                            </m:r>
                          </m:sub>
                        </m:sSub>
                      </m:sup>
                    </m:sSup>
                    <m:r>
                      <a:rPr lang="en-US" i="1">
                        <a:latin typeface="Cambria Math"/>
                      </a:rPr>
                      <m:t>(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/>
                          </a:rPr>
                          <m:t>𝑠</m:t>
                        </m:r>
                      </m:e>
                      <m:sub>
                        <m:r>
                          <a:rPr lang="en-US" i="1">
                            <a:latin typeface="Cambria Math"/>
                          </a:rPr>
                          <m:t>𝑖</m:t>
                        </m:r>
                      </m:sub>
                    </m:sSub>
                    <m:r>
                      <a:rPr lang="en-US" i="1">
                        <a:latin typeface="Cambria Math"/>
                      </a:rPr>
                      <m:t>)</m:t>
                    </m:r>
                  </m:oMath>
                </a14:m>
                <a:endParaRPr sz="1800" dirty="0"/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139" y="1295247"/>
                <a:ext cx="10515600" cy="4700016"/>
              </a:xfrm>
              <a:blipFill>
                <a:blip r:embed="rId2"/>
                <a:stretch>
                  <a:fillRect l="-174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00" name="슬라이드 번호 개체 틀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38A2D4-3867-488E-A04E-7BFFCAED45A6}" type="slidenum">
              <a:rPr lang="ko-KR" altLang="en-US" smtClean="0"/>
              <a:t>9</a:t>
            </a:fld>
            <a:endParaRPr lang="ko-KR" altLang="en-US" dirty="0"/>
          </a:p>
        </p:txBody>
      </p:sp>
      <p:graphicFrame>
        <p:nvGraphicFramePr>
          <p:cNvPr id="901" name="Table 90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81124989"/>
              </p:ext>
            </p:extLst>
          </p:nvPr>
        </p:nvGraphicFramePr>
        <p:xfrm>
          <a:off x="838139" y="4532223"/>
          <a:ext cx="1051560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05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42900">
                <a:tc>
                  <a:txBody>
                    <a:bodyPr/>
                    <a:lstStyle/>
                    <a:p>
                      <a:pPr algn="ctr"/>
                      <a:r>
                        <a:rPr sz="1800" b="1" dirty="0">
                          <a:solidFill>
                            <a:schemeClr val="bg1"/>
                          </a:solidFill>
                        </a:rPr>
                        <a:t>항목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 dirty="0">
                          <a:solidFill>
                            <a:schemeClr val="bg1"/>
                          </a:solidFill>
                        </a:rPr>
                        <a:t>Lamport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 dirty="0">
                          <a:solidFill>
                            <a:schemeClr val="bg1"/>
                          </a:solidFill>
                        </a:rPr>
                        <a:t>Winternitz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algn="ctr"/>
                      <a:r>
                        <a:rPr sz="1800" dirty="0"/>
                        <a:t>개인키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dirty="0"/>
                        <a:t>32 바이트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dirty="0"/>
                        <a:t>32 바이트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algn="ctr"/>
                      <a:r>
                        <a:rPr sz="1800" dirty="0"/>
                        <a:t>공개키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dirty="0"/>
                        <a:t>16,384 바이트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dirty="0"/>
                        <a:t>1,088 바이트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algn="ctr"/>
                      <a:r>
                        <a:rPr sz="1800" dirty="0"/>
                        <a:t>서명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dirty="0"/>
                        <a:t>8,192 바이트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dirty="0"/>
                        <a:t>1,088 바이트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Merkle 트리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Part 3</a:t>
            </a:r>
          </a:p>
        </p:txBody>
      </p:sp>
      <p:sp>
        <p:nvSpPr>
          <p:cNvPr id="900" name="슬라이드 번호 개체 틀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38A2D4-3867-488E-A04E-7BFFCAED45A6}" type="slidenum">
              <a:rPr lang="ko-KR" altLang="en-US" smtClean="0"/>
              <a:t>10</a:t>
            </a:fld>
            <a:endParaRPr lang="ko-KR" altLang="en-US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Merkle 트리의 구성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838139" y="3428999"/>
                <a:ext cx="10601386" cy="2566263"/>
              </a:xfrm>
            </p:spPr>
            <p:txBody>
              <a:bodyPr>
                <a:normAutofit lnSpcReduction="10000"/>
              </a:bodyPr>
              <a:lstStyle/>
              <a:p>
                <a:r>
                  <a:rPr sz="1800" dirty="0"/>
                  <a:t>문제: OTS 키쌍을 메시지마다 새로 쓰면 공개키 총량이 폭발적으로 커진다</a:t>
                </a:r>
              </a:p>
              <a:p>
                <a:r>
                  <a:rPr sz="1800" dirty="0"/>
                  <a:t>해법: Merkle 트리로 다수의 OTS 공개키를 하나의 장기 공개키로 인증한다</a:t>
                </a:r>
              </a:p>
              <a:p>
                <a:r>
                  <a:rPr sz="1800" dirty="0"/>
                  <a:t>리프: 각 OTS 공개키의 해시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/>
                      </a:rPr>
                      <m:t>𝐹</m:t>
                    </m:r>
                    <m:r>
                      <a:rPr lang="en-US" i="1">
                        <a:latin typeface="Cambria Math"/>
                      </a:rPr>
                      <m:t>(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/>
                          </a:rPr>
                          <m:t>𝑌</m:t>
                        </m:r>
                      </m:e>
                      <m:sub>
                        <m:r>
                          <a:rPr lang="en-US" i="1">
                            <a:latin typeface="Cambria Math"/>
                          </a:rPr>
                          <m:t>𝑖</m:t>
                        </m:r>
                      </m:sub>
                    </m:sSub>
                    <m:r>
                      <a:rPr lang="en-US" i="1">
                        <a:latin typeface="Cambria Math"/>
                      </a:rPr>
                      <m:t>)</m:t>
                    </m:r>
                  </m:oMath>
                </a14:m>
                <a:endParaRPr sz="1800" dirty="0"/>
              </a:p>
              <a:p>
                <a:r>
                  <a:rPr sz="1800" dirty="0"/>
                  <a:t>내부 노드 = F(왼쪽 자식‖오른쪽 자식) — 재귀적으로 루트까지</a:t>
                </a:r>
              </a:p>
              <a:p>
                <a:r>
                  <a:rPr sz="1800" dirty="0"/>
                  <a:t>루트 R = 장기 공개키</a:t>
                </a:r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139" y="3428999"/>
                <a:ext cx="10601386" cy="2566263"/>
              </a:xfrm>
              <a:blipFill>
                <a:blip r:embed="rId2"/>
                <a:stretch>
                  <a:fillRect l="-172" b="-475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00" name="슬라이드 번호 개체 틀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38A2D4-3867-488E-A04E-7BFFCAED45A6}" type="slidenum">
              <a:rPr lang="ko-KR" altLang="en-US" smtClean="0"/>
              <a:t>11</a:t>
            </a:fld>
            <a:endParaRPr lang="ko-KR" altLang="en-US" dirty="0"/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1D202477-CE38-73FA-3704-A750AFB099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97379" y="1028500"/>
            <a:ext cx="4597242" cy="2400499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검증과 안전성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38" y="3752850"/>
            <a:ext cx="10515599" cy="2242413"/>
          </a:xfrm>
        </p:spPr>
        <p:txBody>
          <a:bodyPr/>
          <a:lstStyle/>
          <a:p>
            <a:r>
              <a:rPr sz="1800" dirty="0"/>
              <a:t>인증 경로: 리프→루트 경로 위 각 노드의 형제 값 목록 (높이 d면 해시값 d개)</a:t>
            </a:r>
          </a:p>
          <a:p>
            <a:r>
              <a:rPr sz="1800" dirty="0"/>
              <a:t>검증 3단계: </a:t>
            </a:r>
            <a:r>
              <a:rPr lang="en-US" sz="1800" dirty="0"/>
              <a:t>1.</a:t>
            </a:r>
            <a:r>
              <a:rPr sz="1800" dirty="0"/>
              <a:t> F(Y</a:t>
            </a:r>
            <a:r>
              <a:rPr sz="1800" baseline="-25000" dirty="0"/>
              <a:t>i</a:t>
            </a:r>
            <a:r>
              <a:rPr sz="1800" dirty="0"/>
              <a:t>)로 리프값 계산 </a:t>
            </a:r>
            <a:r>
              <a:rPr lang="en-US" sz="1800" dirty="0"/>
              <a:t>2.</a:t>
            </a:r>
            <a:r>
              <a:rPr sz="1800" dirty="0"/>
              <a:t> 인증 경로 따라 연접·해시 반복 </a:t>
            </a:r>
            <a:r>
              <a:rPr lang="en-US" sz="1800" dirty="0"/>
              <a:t>3.</a:t>
            </a:r>
            <a:r>
              <a:rPr sz="1800" dirty="0"/>
              <a:t> 루트 후보와 R 비교</a:t>
            </a:r>
          </a:p>
          <a:p>
            <a:r>
              <a:rPr sz="1800" dirty="0"/>
              <a:t>안전성: Y</a:t>
            </a:r>
            <a:r>
              <a:rPr sz="1800" baseline="-25000" dirty="0"/>
              <a:t>i</a:t>
            </a:r>
            <a:r>
              <a:rPr sz="1800" dirty="0"/>
              <a:t>를 바꾸면 F의 충돌 저항성 때문에 그 위 노드도 전부 바뀌어야 하고, 결국 루트가 달라져 검증에 실패한다</a:t>
            </a:r>
          </a:p>
        </p:txBody>
      </p:sp>
      <p:sp>
        <p:nvSpPr>
          <p:cNvPr id="900" name="슬라이드 번호 개체 틀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38A2D4-3867-488E-A04E-7BFFCAED45A6}" type="slidenum">
              <a:rPr lang="ko-KR" altLang="en-US" smtClean="0"/>
              <a:t>12</a:t>
            </a:fld>
            <a:endParaRPr lang="ko-KR" alt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F65AA4E6-65E4-D144-D763-5175F8149FA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18227" y="1092456"/>
            <a:ext cx="4755419" cy="253357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크기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39" y="1295247"/>
            <a:ext cx="10515600" cy="4700016"/>
          </a:xfrm>
        </p:spPr>
        <p:txBody>
          <a:bodyPr/>
          <a:lstStyle/>
          <a:p>
            <a:r>
              <a:rPr sz="1800" dirty="0"/>
              <a:t>n=256, w=8, ℓ=34인 Winternitz OTS를 높이 20 Merkle 트리로 인증하면 2</a:t>
            </a:r>
            <a:r>
              <a:rPr sz="1800" baseline="30000" dirty="0"/>
              <a:t>20</a:t>
            </a:r>
            <a:r>
              <a:rPr sz="1800" dirty="0"/>
              <a:t> ≈ 100만 개의 키쌍을 쓸 수 있다</a:t>
            </a:r>
          </a:p>
        </p:txBody>
      </p:sp>
      <p:sp>
        <p:nvSpPr>
          <p:cNvPr id="900" name="슬라이드 번호 개체 틀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38A2D4-3867-488E-A04E-7BFFCAED45A6}" type="slidenum">
              <a:rPr lang="ko-KR" altLang="en-US" smtClean="0"/>
              <a:t>13</a:t>
            </a:fld>
            <a:endParaRPr lang="ko-KR" altLang="en-US" dirty="0"/>
          </a:p>
        </p:txBody>
      </p:sp>
      <p:graphicFrame>
        <p:nvGraphicFramePr>
          <p:cNvPr id="901" name="Table 90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40306812"/>
              </p:ext>
            </p:extLst>
          </p:nvPr>
        </p:nvGraphicFramePr>
        <p:xfrm>
          <a:off x="838138" y="2377440"/>
          <a:ext cx="1051560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05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800" b="1" dirty="0">
                          <a:solidFill>
                            <a:schemeClr val="bg1"/>
                          </a:solidFill>
                        </a:rPr>
                        <a:t>항목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 dirty="0">
                          <a:solidFill>
                            <a:schemeClr val="bg1"/>
                          </a:solidFill>
                        </a:rPr>
                        <a:t>크기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 dirty="0">
                          <a:solidFill>
                            <a:schemeClr val="bg1"/>
                          </a:solidFill>
                        </a:rPr>
                        <a:t>계산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800" dirty="0"/>
                        <a:t>장기 공개키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dirty="0"/>
                        <a:t>32 바이트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dirty="0"/>
                        <a:t>해시값 R 하나(256비트)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800" dirty="0"/>
                        <a:t>개인키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dirty="0"/>
                        <a:t>32 바이트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dirty="0"/>
                        <a:t>시드+카운터로 100만 키쌍 생성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800" dirty="0"/>
                        <a:t>서명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dirty="0"/>
                        <a:t>2,816 바이트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dirty="0"/>
                        <a:t>1,088(서명)+1,088(공개키)+640</a:t>
                      </a:r>
                      <a:br>
                        <a:rPr lang="en-US" sz="1800" dirty="0"/>
                      </a:br>
                      <a:r>
                        <a:rPr sz="1800" dirty="0"/>
                        <a:t>(경로)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하이퍼트리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Part 4</a:t>
            </a:r>
          </a:p>
        </p:txBody>
      </p:sp>
      <p:sp>
        <p:nvSpPr>
          <p:cNvPr id="900" name="슬라이드 번호 개체 틀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38A2D4-3867-488E-A04E-7BFFCAED45A6}" type="slidenum">
              <a:rPr lang="ko-KR" altLang="en-US" smtClean="0"/>
              <a:t>14</a:t>
            </a:fld>
            <a:endParaRPr lang="ko-KR" altLang="en-US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2층 하이퍼트리의 구조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838139" y="3446467"/>
                <a:ext cx="10515600" cy="2548795"/>
              </a:xfrm>
            </p:spPr>
            <p:txBody>
              <a:bodyPr>
                <a:normAutofit lnSpcReduction="10000"/>
              </a:bodyPr>
              <a:lstStyle/>
              <a:p>
                <a:r>
                  <a:rPr sz="1800" dirty="0"/>
                  <a:t>문제: 2</a:t>
                </a:r>
                <a:r>
                  <a:rPr sz="1800" baseline="30000" dirty="0"/>
                  <a:t>D</a:t>
                </a:r>
                <a:r>
                  <a:rPr sz="1800" dirty="0"/>
                  <a:t>개의 메시지에 서명하려면 높이 D 트리 전체를 미리 만들어야 해 키 생성이 느리다</a:t>
                </a:r>
              </a:p>
              <a:p>
                <a:r>
                  <a:rPr sz="1800" dirty="0"/>
                  <a:t>해법: 트리를 여러 층의 작은 트리로 나눈 하이퍼트리(멀티트리)</a:t>
                </a:r>
              </a:p>
              <a:p>
                <a:r>
                  <a:rPr sz="1800" dirty="0"/>
                  <a:t>층 1(높이 D</a:t>
                </a:r>
                <a:r>
                  <a:rPr sz="1800" baseline="-25000" dirty="0"/>
                  <a:t>1</a:t>
                </a:r>
                <a:r>
                  <a:rPr sz="1800" dirty="0"/>
                  <a:t>): 리프의 OTS 개인키로 층 2 트리의 루트에 서명한다</a:t>
                </a:r>
              </a:p>
              <a:p>
                <a:r>
                  <a:rPr sz="1800" dirty="0"/>
                  <a:t>층 2(높이 D</a:t>
                </a:r>
                <a:r>
                  <a:rPr sz="1800" baseline="-25000" dirty="0"/>
                  <a:t>2</a:t>
                </a:r>
                <a:r>
                  <a:rPr sz="1800" dirty="0"/>
                  <a:t>): 리프의 OTS 개인키로 실제 메시지에 서명한다</a:t>
                </a:r>
              </a:p>
              <a:p>
                <a:r>
                  <a:rPr sz="1800" dirty="0"/>
                  <a:t>총 서명 가능 메시지 수: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/>
                          </a:rPr>
                          <m:t>2</m:t>
                        </m:r>
                      </m:e>
                      <m:sup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/>
                              </a:rPr>
                              <m:t>𝐷</m:t>
                            </m:r>
                          </m:e>
                          <m:sub>
                            <m:r>
                              <a:rPr lang="en-US" i="1">
                                <a:latin typeface="Cambria Math"/>
                              </a:rPr>
                              <m:t>1</m:t>
                            </m:r>
                          </m:sub>
                        </m:sSub>
                        <m:r>
                          <a:rPr lang="en-US" i="1">
                            <a:latin typeface="Cambria Math"/>
                          </a:rPr>
                          <m:t>+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/>
                              </a:rPr>
                              <m:t>𝐷</m:t>
                            </m:r>
                          </m:e>
                          <m:sub>
                            <m:r>
                              <a:rPr lang="en-US" i="1">
                                <a:latin typeface="Cambria Math"/>
                              </a:rPr>
                              <m:t>2</m:t>
                            </m:r>
                          </m:sub>
                        </m:sSub>
                      </m:sup>
                    </m:sSup>
                  </m:oMath>
                </a14:m>
                <a:endParaRPr sz="1800" dirty="0"/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139" y="3446467"/>
                <a:ext cx="10515600" cy="2548795"/>
              </a:xfrm>
              <a:blipFill>
                <a:blip r:embed="rId2"/>
                <a:stretch>
                  <a:fillRect l="-174" b="-119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00" name="슬라이드 번호 개체 틀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38A2D4-3867-488E-A04E-7BFFCAED45A6}" type="slidenum">
              <a:rPr lang="ko-KR" altLang="en-US" smtClean="0"/>
              <a:t>15</a:t>
            </a:fld>
            <a:endParaRPr lang="ko-KR" alt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BD0EDE55-B9CC-C079-6574-DFCD200149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02967" y="1224403"/>
            <a:ext cx="5585944" cy="218713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하이퍼트리의 동작과 트레이드오프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39" y="3614789"/>
            <a:ext cx="10515600" cy="2644369"/>
          </a:xfrm>
        </p:spPr>
        <p:txBody>
          <a:bodyPr>
            <a:normAutofit/>
          </a:bodyPr>
          <a:lstStyle/>
          <a:p>
            <a:r>
              <a:rPr sz="1800" dirty="0"/>
              <a:t>키 생성 시점엔 층 1 트리만 만들면 장기 공개키(층 1의 루트)가 정해진다</a:t>
            </a:r>
          </a:p>
          <a:p>
            <a:r>
              <a:rPr sz="1800" dirty="0"/>
              <a:t>층 2 트리는 서명이 필요할 때 그때그때 만든다</a:t>
            </a:r>
          </a:p>
          <a:p>
            <a:r>
              <a:rPr sz="1800" dirty="0"/>
              <a:t>서명 구성: 층 2 OTS 서명·인증경로 + 층 1 OTS 서명·인증경로(층 2 루트에 대한 서명)</a:t>
            </a:r>
          </a:p>
          <a:p>
            <a:r>
              <a:rPr sz="1800" dirty="0"/>
              <a:t>단점: 서명이 OTS 서명 2개를 담아 길이·검증 시간이 늘어난다</a:t>
            </a:r>
          </a:p>
          <a:p>
            <a:r>
              <a:rPr sz="1800" dirty="0"/>
              <a:t>장점: 서로 다른 모듈이 각자의 층 2 트리를 독립적으로 관리하는 분산 서명이 가능하다</a:t>
            </a:r>
          </a:p>
        </p:txBody>
      </p:sp>
      <p:sp>
        <p:nvSpPr>
          <p:cNvPr id="900" name="슬라이드 번호 개체 틀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38A2D4-3867-488E-A04E-7BFFCAED45A6}" type="slidenum">
              <a:rPr lang="ko-KR" altLang="en-US" smtClean="0"/>
              <a:t>16</a:t>
            </a:fld>
            <a:endParaRPr lang="ko-KR" alt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2D81EC81-7002-5F96-0F0B-D0A4DDC182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78218" y="960508"/>
            <a:ext cx="6035563" cy="2644369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마무리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39" y="1295247"/>
            <a:ext cx="10515600" cy="4700016"/>
          </a:xfrm>
        </p:spPr>
        <p:txBody>
          <a:bodyPr/>
          <a:lstStyle/>
          <a:p>
            <a:r>
              <a:rPr sz="1800" dirty="0"/>
              <a:t>큰 개인키 → 시드와 PRF로 재생성</a:t>
            </a:r>
          </a:p>
          <a:p>
            <a:r>
              <a:rPr sz="1800" dirty="0"/>
              <a:t>큰 공개키·서명 → Winternitz 해시 체인과 체크섬으로 블록 단위 서명</a:t>
            </a:r>
          </a:p>
          <a:p>
            <a:r>
              <a:rPr sz="1800" dirty="0"/>
              <a:t>개인키 1회성 → Merkle 트리로 다수의 OTS 키를 하나의 공개키로 인증</a:t>
            </a:r>
          </a:p>
          <a:p>
            <a:r>
              <a:rPr sz="1800" dirty="0"/>
              <a:t>느린 트리 생성 → 하이퍼트리로 필요한 만큼만 나눠서 생성</a:t>
            </a:r>
          </a:p>
        </p:txBody>
      </p:sp>
      <p:sp>
        <p:nvSpPr>
          <p:cNvPr id="900" name="슬라이드 번호 개체 틀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38A2D4-3867-488E-A04E-7BFFCAED45A6}" type="slidenum">
              <a:rPr lang="ko-KR" altLang="en-US" smtClean="0"/>
              <a:t>17</a:t>
            </a:fld>
            <a:endParaRPr lang="ko-KR" alt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PQC Navy">
      <a:dk1>
        <a:srgbClr val="0F2540"/>
      </a:dk1>
      <a:lt1>
        <a:srgbClr val="FFFFFF"/>
      </a:lt1>
      <a:dk2>
        <a:srgbClr val="0A1B2E"/>
      </a:dk2>
      <a:lt2>
        <a:srgbClr val="EEF3F7"/>
      </a:lt2>
      <a:accent1>
        <a:srgbClr val="2EC4D9"/>
      </a:accent1>
      <a:accent2>
        <a:srgbClr val="1B4B7A"/>
      </a:accent2>
      <a:accent3>
        <a:srgbClr val="5A7A96"/>
      </a:accent3>
      <a:accent4>
        <a:srgbClr val="F2A65A"/>
      </a:accent4>
      <a:accent5>
        <a:srgbClr val="8FB8C9"/>
      </a:accent5>
      <a:accent6>
        <a:srgbClr val="3F8F7A"/>
      </a:accent6>
      <a:hlink>
        <a:srgbClr val="1B7FA8"/>
      </a:hlink>
      <a:folHlink>
        <a:srgbClr val="5A7A96"/>
      </a:folHlink>
    </a:clrScheme>
    <a:fontScheme name="PQC">
      <a:majorFont>
        <a:latin typeface="Segoe UI" panose="020B05020402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Segoe UI" panose="020B05020402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3">
          <a:schemeClr val="lt1"/>
        </a:lnRef>
        <a:fillRef idx="1">
          <a:schemeClr val="accent6"/>
        </a:fillRef>
        <a:effectRef idx="1">
          <a:schemeClr val="accent6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3338</TotalTime>
  <Words>825</Words>
  <Application>Microsoft Office PowerPoint</Application>
  <PresentationFormat>와이드스크린</PresentationFormat>
  <Paragraphs>169</Paragraphs>
  <Slides>17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17</vt:i4>
      </vt:variant>
    </vt:vector>
  </HeadingPairs>
  <TitlesOfParts>
    <vt:vector size="22" baseType="lpstr">
      <vt:lpstr>맑은 고딕</vt:lpstr>
      <vt:lpstr>Arial</vt:lpstr>
      <vt:lpstr>Cambria Math</vt:lpstr>
      <vt:lpstr>Segoe UI</vt:lpstr>
      <vt:lpstr>Office 테마</vt:lpstr>
      <vt:lpstr>Post-Quantum Cryptography</vt:lpstr>
      <vt:lpstr>Plan</vt:lpstr>
      <vt:lpstr>Lamport의 네 가지 한계</vt:lpstr>
      <vt:lpstr>Lamport의 한계와 첫 해법</vt:lpstr>
      <vt:lpstr>Winternitz OTS</vt:lpstr>
      <vt:lpstr>해시 체인</vt:lpstr>
      <vt:lpstr>체크섬이 없으면 위조된다</vt:lpstr>
      <vt:lpstr>토이 예제와 안전성 논증</vt:lpstr>
      <vt:lpstr>Winternitz OTS 정의와 크기 비교</vt:lpstr>
      <vt:lpstr>Merkle 트리</vt:lpstr>
      <vt:lpstr>Merkle 트리의 구성</vt:lpstr>
      <vt:lpstr>검증과 안전성</vt:lpstr>
      <vt:lpstr>크기</vt:lpstr>
      <vt:lpstr>하이퍼트리</vt:lpstr>
      <vt:lpstr>2층 하이퍼트리의 구조</vt:lpstr>
      <vt:lpstr>하이퍼트리의 동작과 트레이드오프</vt:lpstr>
      <vt:lpstr>마무리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규빈 박</dc:creator>
  <cp:lastModifiedBy>규빈 박</cp:lastModifiedBy>
  <cp:revision>735</cp:revision>
  <dcterms:created xsi:type="dcterms:W3CDTF">2026-03-17T05:07:50Z</dcterms:created>
  <dcterms:modified xsi:type="dcterms:W3CDTF">2026-09-17T04:56:38Z</dcterms:modified>
</cp:coreProperties>
</file>