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2"/>
  </p:notesMasterIdLst>
  <p:sldIdLst>
    <p:sldId id="256" r:id="rId2"/>
    <p:sldId id="332" r:id="rId3"/>
    <p:sldId id="333" r:id="rId4"/>
    <p:sldId id="335" r:id="rId5"/>
    <p:sldId id="334" r:id="rId6"/>
    <p:sldId id="336" r:id="rId7"/>
    <p:sldId id="337" r:id="rId8"/>
    <p:sldId id="338" r:id="rId9"/>
    <p:sldId id="339" r:id="rId10"/>
    <p:sldId id="340" r:id="rId1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규빈 박" initials="규박" lastIdx="12" clrIdx="0">
    <p:extLst>
      <p:ext uri="{19B8F6BF-5375-455C-9EA6-DF929625EA0E}">
        <p15:presenceInfo xmlns:p15="http://schemas.microsoft.com/office/powerpoint/2012/main" userId="b405f47f44f6c53f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테마 스타일 1 - 강조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C083E6E3-FA7D-4D7B-A595-EF9225AFEA82}" styleName="밝은 스타일 1 - 강조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F2DE63D5-997A-4646-A377-4702673A728D}" styleName="밝은 스타일 2 - 강조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E9639D4-E3E2-4D34-9284-5A2195B3D0D7}" styleName="밝은 스타일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0" d="100"/>
          <a:sy n="80" d="100"/>
        </p:scale>
        <p:origin x="782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4" d="100"/>
          <a:sy n="64" d="100"/>
        </p:scale>
        <p:origin x="3192" y="8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commentAuthors" Target="commentAuthor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52B40C2-3351-40A2-B46D-4B4F877A79B2}" type="datetimeFigureOut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3BC5EA-D886-4875-B891-B25A6CC4908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55287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배경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rgbClr val="14304F"/>
              </a:gs>
              <a:gs pos="60000">
                <a:srgbClr val="0F2540"/>
              </a:gs>
              <a:gs pos="100000">
                <a:srgbClr val="0A1B2E"/>
              </a:gs>
            </a:gsLst>
            <a:lin ang="2700000" scaled="0"/>
          </a:gradFill>
          <a:ln>
            <a:noFill/>
          </a:ln>
        </p:spPr>
        <p:txBody>
          <a:bodyPr/>
          <a:lstStyle/>
          <a:p>
            <a:endParaRPr lang="ko-KR"/>
          </a:p>
        </p:txBody>
      </p:sp>
      <p:grpSp>
        <p:nvGrpSpPr>
          <p:cNvPr id="200" name="격자 패턴"/>
          <p:cNvGrpSpPr/>
          <p:nvPr userDrawn="1"/>
        </p:nvGrpSpPr>
        <p:grpSpPr>
          <a:xfrm>
            <a:off x="9900000" y="4700000"/>
            <a:ext cx="2108200" cy="2108200"/>
            <a:chOff x="9900000" y="4700000"/>
            <a:chExt cx="2108200" cy="2108200"/>
          </a:xfrm>
        </p:grpSpPr>
        <p:sp>
          <p:nvSpPr>
            <p:cNvPr id="201" name="점 201"/>
            <p:cNvSpPr/>
            <p:nvPr userDrawn="1"/>
          </p:nvSpPr>
          <p:spPr>
            <a:xfrm>
              <a:off x="9900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02" name="점 202"/>
            <p:cNvSpPr/>
            <p:nvPr userDrawn="1"/>
          </p:nvSpPr>
          <p:spPr>
            <a:xfrm>
              <a:off x="10154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03" name="점 203"/>
            <p:cNvSpPr/>
            <p:nvPr userDrawn="1"/>
          </p:nvSpPr>
          <p:spPr>
            <a:xfrm>
              <a:off x="10408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04" name="점 204"/>
            <p:cNvSpPr/>
            <p:nvPr userDrawn="1"/>
          </p:nvSpPr>
          <p:spPr>
            <a:xfrm>
              <a:off x="10662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05" name="점 205"/>
            <p:cNvSpPr/>
            <p:nvPr userDrawn="1"/>
          </p:nvSpPr>
          <p:spPr>
            <a:xfrm>
              <a:off x="10916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06" name="점 206"/>
            <p:cNvSpPr/>
            <p:nvPr userDrawn="1"/>
          </p:nvSpPr>
          <p:spPr>
            <a:xfrm>
              <a:off x="11170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07" name="점 207"/>
            <p:cNvSpPr/>
            <p:nvPr userDrawn="1"/>
          </p:nvSpPr>
          <p:spPr>
            <a:xfrm>
              <a:off x="11424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08" name="점 208"/>
            <p:cNvSpPr/>
            <p:nvPr userDrawn="1"/>
          </p:nvSpPr>
          <p:spPr>
            <a:xfrm>
              <a:off x="11678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09" name="점 209"/>
            <p:cNvSpPr/>
            <p:nvPr userDrawn="1"/>
          </p:nvSpPr>
          <p:spPr>
            <a:xfrm>
              <a:off x="11932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10" name="점 210"/>
            <p:cNvSpPr/>
            <p:nvPr userDrawn="1"/>
          </p:nvSpPr>
          <p:spPr>
            <a:xfrm>
              <a:off x="9900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11" name="점 211"/>
            <p:cNvSpPr/>
            <p:nvPr userDrawn="1"/>
          </p:nvSpPr>
          <p:spPr>
            <a:xfrm>
              <a:off x="10154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12" name="점 212"/>
            <p:cNvSpPr/>
            <p:nvPr userDrawn="1"/>
          </p:nvSpPr>
          <p:spPr>
            <a:xfrm>
              <a:off x="10408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13" name="점 213"/>
            <p:cNvSpPr/>
            <p:nvPr userDrawn="1"/>
          </p:nvSpPr>
          <p:spPr>
            <a:xfrm>
              <a:off x="10662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14" name="점 214"/>
            <p:cNvSpPr/>
            <p:nvPr userDrawn="1"/>
          </p:nvSpPr>
          <p:spPr>
            <a:xfrm>
              <a:off x="10916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15" name="점 215"/>
            <p:cNvSpPr/>
            <p:nvPr userDrawn="1"/>
          </p:nvSpPr>
          <p:spPr>
            <a:xfrm>
              <a:off x="11170000" y="4954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16" name="점 216"/>
            <p:cNvSpPr/>
            <p:nvPr userDrawn="1"/>
          </p:nvSpPr>
          <p:spPr>
            <a:xfrm>
              <a:off x="11424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17" name="점 217"/>
            <p:cNvSpPr/>
            <p:nvPr userDrawn="1"/>
          </p:nvSpPr>
          <p:spPr>
            <a:xfrm>
              <a:off x="11678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18" name="점 218"/>
            <p:cNvSpPr/>
            <p:nvPr userDrawn="1"/>
          </p:nvSpPr>
          <p:spPr>
            <a:xfrm>
              <a:off x="11932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19" name="점 219"/>
            <p:cNvSpPr/>
            <p:nvPr userDrawn="1"/>
          </p:nvSpPr>
          <p:spPr>
            <a:xfrm>
              <a:off x="9900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20" name="점 220"/>
            <p:cNvSpPr/>
            <p:nvPr userDrawn="1"/>
          </p:nvSpPr>
          <p:spPr>
            <a:xfrm>
              <a:off x="10154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21" name="점 221"/>
            <p:cNvSpPr/>
            <p:nvPr userDrawn="1"/>
          </p:nvSpPr>
          <p:spPr>
            <a:xfrm>
              <a:off x="10408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22" name="점 222"/>
            <p:cNvSpPr/>
            <p:nvPr userDrawn="1"/>
          </p:nvSpPr>
          <p:spPr>
            <a:xfrm>
              <a:off x="10662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23" name="점 223"/>
            <p:cNvSpPr/>
            <p:nvPr userDrawn="1"/>
          </p:nvSpPr>
          <p:spPr>
            <a:xfrm>
              <a:off x="10916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24" name="점 224"/>
            <p:cNvSpPr/>
            <p:nvPr userDrawn="1"/>
          </p:nvSpPr>
          <p:spPr>
            <a:xfrm>
              <a:off x="11170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25" name="점 225"/>
            <p:cNvSpPr/>
            <p:nvPr userDrawn="1"/>
          </p:nvSpPr>
          <p:spPr>
            <a:xfrm>
              <a:off x="11424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26" name="점 226"/>
            <p:cNvSpPr/>
            <p:nvPr userDrawn="1"/>
          </p:nvSpPr>
          <p:spPr>
            <a:xfrm>
              <a:off x="11678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27" name="점 227"/>
            <p:cNvSpPr/>
            <p:nvPr userDrawn="1"/>
          </p:nvSpPr>
          <p:spPr>
            <a:xfrm>
              <a:off x="11932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28" name="점 228"/>
            <p:cNvSpPr/>
            <p:nvPr userDrawn="1"/>
          </p:nvSpPr>
          <p:spPr>
            <a:xfrm>
              <a:off x="9900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29" name="점 229"/>
            <p:cNvSpPr/>
            <p:nvPr userDrawn="1"/>
          </p:nvSpPr>
          <p:spPr>
            <a:xfrm>
              <a:off x="10154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30" name="점 230"/>
            <p:cNvSpPr/>
            <p:nvPr userDrawn="1"/>
          </p:nvSpPr>
          <p:spPr>
            <a:xfrm>
              <a:off x="10408000" y="5462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31" name="점 231"/>
            <p:cNvSpPr/>
            <p:nvPr userDrawn="1"/>
          </p:nvSpPr>
          <p:spPr>
            <a:xfrm>
              <a:off x="10662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32" name="점 232"/>
            <p:cNvSpPr/>
            <p:nvPr userDrawn="1"/>
          </p:nvSpPr>
          <p:spPr>
            <a:xfrm>
              <a:off x="10916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33" name="점 233"/>
            <p:cNvSpPr/>
            <p:nvPr userDrawn="1"/>
          </p:nvSpPr>
          <p:spPr>
            <a:xfrm>
              <a:off x="11170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34" name="점 234"/>
            <p:cNvSpPr/>
            <p:nvPr userDrawn="1"/>
          </p:nvSpPr>
          <p:spPr>
            <a:xfrm>
              <a:off x="11424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35" name="점 235"/>
            <p:cNvSpPr/>
            <p:nvPr userDrawn="1"/>
          </p:nvSpPr>
          <p:spPr>
            <a:xfrm>
              <a:off x="11678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36" name="점 236"/>
            <p:cNvSpPr/>
            <p:nvPr userDrawn="1"/>
          </p:nvSpPr>
          <p:spPr>
            <a:xfrm>
              <a:off x="11932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37" name="점 237"/>
            <p:cNvSpPr/>
            <p:nvPr userDrawn="1"/>
          </p:nvSpPr>
          <p:spPr>
            <a:xfrm>
              <a:off x="9900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38" name="점 238"/>
            <p:cNvSpPr/>
            <p:nvPr userDrawn="1"/>
          </p:nvSpPr>
          <p:spPr>
            <a:xfrm>
              <a:off x="10154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39" name="점 239"/>
            <p:cNvSpPr/>
            <p:nvPr userDrawn="1"/>
          </p:nvSpPr>
          <p:spPr>
            <a:xfrm>
              <a:off x="10408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40" name="점 240"/>
            <p:cNvSpPr/>
            <p:nvPr userDrawn="1"/>
          </p:nvSpPr>
          <p:spPr>
            <a:xfrm>
              <a:off x="10662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41" name="점 241"/>
            <p:cNvSpPr/>
            <p:nvPr userDrawn="1"/>
          </p:nvSpPr>
          <p:spPr>
            <a:xfrm>
              <a:off x="10916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42" name="점 242"/>
            <p:cNvSpPr/>
            <p:nvPr userDrawn="1"/>
          </p:nvSpPr>
          <p:spPr>
            <a:xfrm>
              <a:off x="11170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43" name="점 243"/>
            <p:cNvSpPr/>
            <p:nvPr userDrawn="1"/>
          </p:nvSpPr>
          <p:spPr>
            <a:xfrm>
              <a:off x="11424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44" name="점 244"/>
            <p:cNvSpPr/>
            <p:nvPr userDrawn="1"/>
          </p:nvSpPr>
          <p:spPr>
            <a:xfrm>
              <a:off x="11678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45" name="점 245"/>
            <p:cNvSpPr/>
            <p:nvPr userDrawn="1"/>
          </p:nvSpPr>
          <p:spPr>
            <a:xfrm>
              <a:off x="11932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46" name="점 246"/>
            <p:cNvSpPr/>
            <p:nvPr userDrawn="1"/>
          </p:nvSpPr>
          <p:spPr>
            <a:xfrm>
              <a:off x="9900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47" name="점 247"/>
            <p:cNvSpPr/>
            <p:nvPr userDrawn="1"/>
          </p:nvSpPr>
          <p:spPr>
            <a:xfrm>
              <a:off x="10154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48" name="점 248"/>
            <p:cNvSpPr/>
            <p:nvPr userDrawn="1"/>
          </p:nvSpPr>
          <p:spPr>
            <a:xfrm>
              <a:off x="10408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49" name="점 249"/>
            <p:cNvSpPr/>
            <p:nvPr userDrawn="1"/>
          </p:nvSpPr>
          <p:spPr>
            <a:xfrm>
              <a:off x="10662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50" name="점 250"/>
            <p:cNvSpPr/>
            <p:nvPr userDrawn="1"/>
          </p:nvSpPr>
          <p:spPr>
            <a:xfrm>
              <a:off x="10916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51" name="점 251"/>
            <p:cNvSpPr/>
            <p:nvPr userDrawn="1"/>
          </p:nvSpPr>
          <p:spPr>
            <a:xfrm>
              <a:off x="11170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52" name="점 252"/>
            <p:cNvSpPr/>
            <p:nvPr userDrawn="1"/>
          </p:nvSpPr>
          <p:spPr>
            <a:xfrm>
              <a:off x="11424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53" name="점 253"/>
            <p:cNvSpPr/>
            <p:nvPr userDrawn="1"/>
          </p:nvSpPr>
          <p:spPr>
            <a:xfrm>
              <a:off x="11678000" y="5970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54" name="점 254"/>
            <p:cNvSpPr/>
            <p:nvPr userDrawn="1"/>
          </p:nvSpPr>
          <p:spPr>
            <a:xfrm>
              <a:off x="11932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55" name="점 255"/>
            <p:cNvSpPr/>
            <p:nvPr userDrawn="1"/>
          </p:nvSpPr>
          <p:spPr>
            <a:xfrm>
              <a:off x="9900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56" name="점 256"/>
            <p:cNvSpPr/>
            <p:nvPr userDrawn="1"/>
          </p:nvSpPr>
          <p:spPr>
            <a:xfrm>
              <a:off x="10154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57" name="점 257"/>
            <p:cNvSpPr/>
            <p:nvPr userDrawn="1"/>
          </p:nvSpPr>
          <p:spPr>
            <a:xfrm>
              <a:off x="10408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58" name="점 258"/>
            <p:cNvSpPr/>
            <p:nvPr userDrawn="1"/>
          </p:nvSpPr>
          <p:spPr>
            <a:xfrm>
              <a:off x="10662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59" name="점 259"/>
            <p:cNvSpPr/>
            <p:nvPr userDrawn="1"/>
          </p:nvSpPr>
          <p:spPr>
            <a:xfrm>
              <a:off x="10916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60" name="점 260"/>
            <p:cNvSpPr/>
            <p:nvPr userDrawn="1"/>
          </p:nvSpPr>
          <p:spPr>
            <a:xfrm>
              <a:off x="11170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61" name="점 261"/>
            <p:cNvSpPr/>
            <p:nvPr userDrawn="1"/>
          </p:nvSpPr>
          <p:spPr>
            <a:xfrm>
              <a:off x="11424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62" name="점 262"/>
            <p:cNvSpPr/>
            <p:nvPr userDrawn="1"/>
          </p:nvSpPr>
          <p:spPr>
            <a:xfrm>
              <a:off x="11678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63" name="점 263"/>
            <p:cNvSpPr/>
            <p:nvPr userDrawn="1"/>
          </p:nvSpPr>
          <p:spPr>
            <a:xfrm>
              <a:off x="11932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64" name="점 264"/>
            <p:cNvSpPr/>
            <p:nvPr userDrawn="1"/>
          </p:nvSpPr>
          <p:spPr>
            <a:xfrm>
              <a:off x="9900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65" name="점 265"/>
            <p:cNvSpPr/>
            <p:nvPr userDrawn="1"/>
          </p:nvSpPr>
          <p:spPr>
            <a:xfrm>
              <a:off x="10154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66" name="점 266"/>
            <p:cNvSpPr/>
            <p:nvPr userDrawn="1"/>
          </p:nvSpPr>
          <p:spPr>
            <a:xfrm>
              <a:off x="10408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67" name="점 267"/>
            <p:cNvSpPr/>
            <p:nvPr userDrawn="1"/>
          </p:nvSpPr>
          <p:spPr>
            <a:xfrm>
              <a:off x="10662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68" name="점 268"/>
            <p:cNvSpPr/>
            <p:nvPr userDrawn="1"/>
          </p:nvSpPr>
          <p:spPr>
            <a:xfrm>
              <a:off x="10916000" y="6478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69" name="점 269"/>
            <p:cNvSpPr/>
            <p:nvPr userDrawn="1"/>
          </p:nvSpPr>
          <p:spPr>
            <a:xfrm>
              <a:off x="11170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70" name="점 270"/>
            <p:cNvSpPr/>
            <p:nvPr userDrawn="1"/>
          </p:nvSpPr>
          <p:spPr>
            <a:xfrm>
              <a:off x="11424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71" name="점 271"/>
            <p:cNvSpPr/>
            <p:nvPr userDrawn="1"/>
          </p:nvSpPr>
          <p:spPr>
            <a:xfrm>
              <a:off x="11678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72" name="점 272"/>
            <p:cNvSpPr/>
            <p:nvPr userDrawn="1"/>
          </p:nvSpPr>
          <p:spPr>
            <a:xfrm>
              <a:off x="11932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73" name="점 273"/>
            <p:cNvSpPr/>
            <p:nvPr userDrawn="1"/>
          </p:nvSpPr>
          <p:spPr>
            <a:xfrm>
              <a:off x="9900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74" name="점 274"/>
            <p:cNvSpPr/>
            <p:nvPr userDrawn="1"/>
          </p:nvSpPr>
          <p:spPr>
            <a:xfrm>
              <a:off x="10154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75" name="점 275"/>
            <p:cNvSpPr/>
            <p:nvPr userDrawn="1"/>
          </p:nvSpPr>
          <p:spPr>
            <a:xfrm>
              <a:off x="10408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76" name="점 276"/>
            <p:cNvSpPr/>
            <p:nvPr userDrawn="1"/>
          </p:nvSpPr>
          <p:spPr>
            <a:xfrm>
              <a:off x="10662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77" name="점 277"/>
            <p:cNvSpPr/>
            <p:nvPr userDrawn="1"/>
          </p:nvSpPr>
          <p:spPr>
            <a:xfrm>
              <a:off x="10916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78" name="점 278"/>
            <p:cNvSpPr/>
            <p:nvPr userDrawn="1"/>
          </p:nvSpPr>
          <p:spPr>
            <a:xfrm>
              <a:off x="11170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79" name="점 279"/>
            <p:cNvSpPr/>
            <p:nvPr userDrawn="1"/>
          </p:nvSpPr>
          <p:spPr>
            <a:xfrm>
              <a:off x="11424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80" name="점 280"/>
            <p:cNvSpPr/>
            <p:nvPr userDrawn="1"/>
          </p:nvSpPr>
          <p:spPr>
            <a:xfrm>
              <a:off x="11678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81" name="점 281"/>
            <p:cNvSpPr/>
            <p:nvPr userDrawn="1"/>
          </p:nvSpPr>
          <p:spPr>
            <a:xfrm>
              <a:off x="11932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</p:grpSp>
      <p:sp>
        <p:nvSpPr>
          <p:cNvPr id="85" name="히어로 강조 룰"/>
          <p:cNvSpPr/>
          <p:nvPr userDrawn="1"/>
        </p:nvSpPr>
        <p:spPr>
          <a:xfrm>
            <a:off x="1615440" y="2900040"/>
            <a:ext cx="762000" cy="0"/>
          </a:xfrm>
          <a:prstGeom prst="line">
            <a:avLst/>
          </a:prstGeom>
          <a:noFill/>
          <a:ln w="38100" cap="flat">
            <a:solidFill>
              <a:srgbClr val="2EC4D9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E38C119-E53F-2DA2-3F3A-62BF807009B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438400"/>
            <a:ext cx="9525000" cy="1371600"/>
          </a:xfrm>
        </p:spPr>
        <p:txBody>
          <a:bodyPr anchor="b">
            <a:normAutofit/>
          </a:bodyPr>
          <a:lstStyle>
            <a:lvl1pPr algn="l">
              <a:lnSpc>
                <a:spcPct val="95000"/>
              </a:lnSpc>
              <a:defRPr sz="4000" b="0" spc="-40">
                <a:solidFill>
                  <a:srgbClr val="FFFFFF"/>
                </a:solidFill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4BB6797-A87E-4BFE-C9F3-8C995A6744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962400"/>
            <a:ext cx="9525000" cy="1143000"/>
          </a:xfrm>
        </p:spPr>
        <p:txBody>
          <a:bodyPr anchor="ctr">
            <a:normAutofit/>
          </a:bodyPr>
          <a:lstStyle>
            <a:lvl1pPr marL="0" indent="0" algn="l">
              <a:lnSpc>
                <a:spcPct val="115000"/>
              </a:lnSpc>
              <a:buNone/>
              <a:defRPr sz="2000">
                <a:solidFill>
                  <a:srgbClr val="8FB8C9"/>
                </a:solidFill>
              </a:defRPr>
            </a:lvl1pPr>
            <a:lvl2pPr marL="457200" indent="0" algn="l">
              <a:buNone/>
              <a:defRPr sz="2000"/>
            </a:lvl2pPr>
            <a:lvl3pPr marL="914400" indent="0" algn="l">
              <a:buNone/>
              <a:defRPr sz="1800"/>
            </a:lvl3pPr>
            <a:lvl4pPr marL="1371600" indent="0" algn="l">
              <a:buNone/>
              <a:defRPr sz="1600"/>
            </a:lvl4pPr>
            <a:lvl5pPr marL="1828800" indent="0" algn="l">
              <a:buNone/>
              <a:defRPr sz="1600"/>
            </a:lvl5pPr>
            <a:lvl6pPr marL="2286000" indent="0" algn="l">
              <a:buNone/>
              <a:defRPr sz="1600"/>
            </a:lvl6pPr>
            <a:lvl7pPr marL="2743200" indent="0" algn="l">
              <a:buNone/>
              <a:defRPr sz="1600"/>
            </a:lvl7pPr>
            <a:lvl8pPr marL="3200400" indent="0" algn="l">
              <a:buNone/>
              <a:defRPr sz="1600"/>
            </a:lvl8pPr>
            <a:lvl9pPr marL="3657600" indent="0" algn="l">
              <a:buNone/>
              <a:defRPr sz="1600"/>
            </a:lvl9pPr>
          </a:lstStyle>
          <a:p>
            <a:r>
              <a:rPr lang="ko-KR" altLang="en-US" dirty="0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2FD1BD7-7E65-3772-3007-1F34DBA0FA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fld id="{2ADF637E-82D6-4563-BCF0-C9101F2B5148}" type="datetime1">
              <a:rPr lang="ko-KR" altLang="en-US" smtClean="0"/>
              <a:pPr/>
              <a:t>2026-07-29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8CF5ED1-6997-CD09-21BF-44F1DD2397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040E17D-D377-3A02-4E70-6AAE5C12D4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fld id="{4438A2D4-3867-488E-A04E-7BFFCAED45A6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77359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1FD09-61A8-64FE-609A-5BC9FD80E7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 anchor="b">
            <a:normAutofit/>
          </a:bodyPr>
          <a:lstStyle>
            <a:lvl1pPr algn="l">
              <a:defRPr sz="2800" b="0" spc="-3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7A10CA-AA0F-BD51-5B8E-5AE0726F06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4701089"/>
          </a:xfrm>
        </p:spPr>
        <p:txBody>
          <a:bodyPr anchor="t">
            <a:normAutofit/>
          </a:bodyPr>
          <a:lstStyle>
            <a:lvl1pPr>
              <a:lnSpc>
                <a:spcPct val="150000"/>
              </a:lnSpc>
              <a:defRPr sz="1800" b="0"/>
            </a:lvl1pPr>
            <a:lvl2pPr>
              <a:lnSpc>
                <a:spcPct val="150000"/>
              </a:lnSpc>
              <a:defRPr sz="1800"/>
            </a:lvl2pPr>
            <a:lvl3pPr>
              <a:lnSpc>
                <a:spcPct val="150000"/>
              </a:lnSpc>
              <a:defRPr sz="1800"/>
            </a:lvl3pPr>
            <a:lvl4pPr>
              <a:lnSpc>
                <a:spcPct val="150000"/>
              </a:lnSpc>
              <a:defRPr sz="1800"/>
            </a:lvl4pPr>
            <a:lvl5pPr>
              <a:lnSpc>
                <a:spcPct val="150000"/>
              </a:lnSpc>
              <a:defRPr sz="1800"/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444F1B2-7ED6-C36F-405B-74D10A4669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58CD677-7AD2-4A27-94BD-C65458D22428}" type="datetime1">
              <a:rPr lang="ko-KR" altLang="en-US" smtClean="0"/>
              <a:pPr/>
              <a:t>2026-07-29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5B54CE5-BA49-9B1F-44F6-BB68039676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438A2D4-3867-488E-A04E-7BFFCAED45A6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49749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배경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rgbClr val="14304F"/>
              </a:gs>
              <a:gs pos="60000">
                <a:srgbClr val="0F2540"/>
              </a:gs>
              <a:gs pos="100000">
                <a:srgbClr val="0A1B2E"/>
              </a:gs>
            </a:gsLst>
            <a:lin ang="2700000" scaled="0"/>
          </a:gradFill>
          <a:ln>
            <a:noFill/>
          </a:ln>
        </p:spPr>
        <p:txBody>
          <a:bodyPr/>
          <a:lstStyle/>
          <a:p>
            <a:endParaRPr lang="ko-KR"/>
          </a:p>
        </p:txBody>
      </p:sp>
      <p:grpSp>
        <p:nvGrpSpPr>
          <p:cNvPr id="300" name="격자 패턴"/>
          <p:cNvGrpSpPr/>
          <p:nvPr userDrawn="1"/>
        </p:nvGrpSpPr>
        <p:grpSpPr>
          <a:xfrm>
            <a:off x="10033800" y="4300000"/>
            <a:ext cx="2108200" cy="1854200"/>
            <a:chOff x="10033800" y="4300000"/>
            <a:chExt cx="2108200" cy="1854200"/>
          </a:xfrm>
        </p:grpSpPr>
        <p:sp>
          <p:nvSpPr>
            <p:cNvPr id="301" name="점 301"/>
            <p:cNvSpPr/>
            <p:nvPr userDrawn="1"/>
          </p:nvSpPr>
          <p:spPr>
            <a:xfrm>
              <a:off x="10033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02" name="점 302"/>
            <p:cNvSpPr/>
            <p:nvPr userDrawn="1"/>
          </p:nvSpPr>
          <p:spPr>
            <a:xfrm>
              <a:off x="10287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03" name="점 303"/>
            <p:cNvSpPr/>
            <p:nvPr userDrawn="1"/>
          </p:nvSpPr>
          <p:spPr>
            <a:xfrm>
              <a:off x="10541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04" name="점 304"/>
            <p:cNvSpPr/>
            <p:nvPr userDrawn="1"/>
          </p:nvSpPr>
          <p:spPr>
            <a:xfrm>
              <a:off x="10795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05" name="점 305"/>
            <p:cNvSpPr/>
            <p:nvPr userDrawn="1"/>
          </p:nvSpPr>
          <p:spPr>
            <a:xfrm>
              <a:off x="11049800" y="4300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06" name="점 306"/>
            <p:cNvSpPr/>
            <p:nvPr userDrawn="1"/>
          </p:nvSpPr>
          <p:spPr>
            <a:xfrm>
              <a:off x="11303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07" name="점 307"/>
            <p:cNvSpPr/>
            <p:nvPr userDrawn="1"/>
          </p:nvSpPr>
          <p:spPr>
            <a:xfrm>
              <a:off x="11557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08" name="점 308"/>
            <p:cNvSpPr/>
            <p:nvPr userDrawn="1"/>
          </p:nvSpPr>
          <p:spPr>
            <a:xfrm>
              <a:off x="11811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09" name="점 309"/>
            <p:cNvSpPr/>
            <p:nvPr userDrawn="1"/>
          </p:nvSpPr>
          <p:spPr>
            <a:xfrm>
              <a:off x="12065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10" name="점 310"/>
            <p:cNvSpPr/>
            <p:nvPr userDrawn="1"/>
          </p:nvSpPr>
          <p:spPr>
            <a:xfrm>
              <a:off x="10033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11" name="점 311"/>
            <p:cNvSpPr/>
            <p:nvPr userDrawn="1"/>
          </p:nvSpPr>
          <p:spPr>
            <a:xfrm>
              <a:off x="10287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12" name="점 312"/>
            <p:cNvSpPr/>
            <p:nvPr userDrawn="1"/>
          </p:nvSpPr>
          <p:spPr>
            <a:xfrm>
              <a:off x="10541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13" name="점 313"/>
            <p:cNvSpPr/>
            <p:nvPr userDrawn="1"/>
          </p:nvSpPr>
          <p:spPr>
            <a:xfrm>
              <a:off x="10795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14" name="점 314"/>
            <p:cNvSpPr/>
            <p:nvPr userDrawn="1"/>
          </p:nvSpPr>
          <p:spPr>
            <a:xfrm>
              <a:off x="11049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15" name="점 315"/>
            <p:cNvSpPr/>
            <p:nvPr userDrawn="1"/>
          </p:nvSpPr>
          <p:spPr>
            <a:xfrm>
              <a:off x="11303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16" name="점 316"/>
            <p:cNvSpPr/>
            <p:nvPr userDrawn="1"/>
          </p:nvSpPr>
          <p:spPr>
            <a:xfrm>
              <a:off x="11557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17" name="점 317"/>
            <p:cNvSpPr/>
            <p:nvPr userDrawn="1"/>
          </p:nvSpPr>
          <p:spPr>
            <a:xfrm>
              <a:off x="11811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18" name="점 318"/>
            <p:cNvSpPr/>
            <p:nvPr userDrawn="1"/>
          </p:nvSpPr>
          <p:spPr>
            <a:xfrm>
              <a:off x="12065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19" name="점 319"/>
            <p:cNvSpPr/>
            <p:nvPr userDrawn="1"/>
          </p:nvSpPr>
          <p:spPr>
            <a:xfrm>
              <a:off x="10033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20" name="점 320"/>
            <p:cNvSpPr/>
            <p:nvPr userDrawn="1"/>
          </p:nvSpPr>
          <p:spPr>
            <a:xfrm>
              <a:off x="10287800" y="4808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21" name="점 321"/>
            <p:cNvSpPr/>
            <p:nvPr userDrawn="1"/>
          </p:nvSpPr>
          <p:spPr>
            <a:xfrm>
              <a:off x="10541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22" name="점 322"/>
            <p:cNvSpPr/>
            <p:nvPr userDrawn="1"/>
          </p:nvSpPr>
          <p:spPr>
            <a:xfrm>
              <a:off x="10795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23" name="점 323"/>
            <p:cNvSpPr/>
            <p:nvPr userDrawn="1"/>
          </p:nvSpPr>
          <p:spPr>
            <a:xfrm>
              <a:off x="11049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24" name="점 324"/>
            <p:cNvSpPr/>
            <p:nvPr userDrawn="1"/>
          </p:nvSpPr>
          <p:spPr>
            <a:xfrm>
              <a:off x="11303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25" name="점 325"/>
            <p:cNvSpPr/>
            <p:nvPr userDrawn="1"/>
          </p:nvSpPr>
          <p:spPr>
            <a:xfrm>
              <a:off x="11557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26" name="점 326"/>
            <p:cNvSpPr/>
            <p:nvPr userDrawn="1"/>
          </p:nvSpPr>
          <p:spPr>
            <a:xfrm>
              <a:off x="11811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27" name="점 327"/>
            <p:cNvSpPr/>
            <p:nvPr userDrawn="1"/>
          </p:nvSpPr>
          <p:spPr>
            <a:xfrm>
              <a:off x="12065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28" name="점 328"/>
            <p:cNvSpPr/>
            <p:nvPr userDrawn="1"/>
          </p:nvSpPr>
          <p:spPr>
            <a:xfrm>
              <a:off x="10033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29" name="점 329"/>
            <p:cNvSpPr/>
            <p:nvPr userDrawn="1"/>
          </p:nvSpPr>
          <p:spPr>
            <a:xfrm>
              <a:off x="10287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30" name="점 330"/>
            <p:cNvSpPr/>
            <p:nvPr userDrawn="1"/>
          </p:nvSpPr>
          <p:spPr>
            <a:xfrm>
              <a:off x="10541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31" name="점 331"/>
            <p:cNvSpPr/>
            <p:nvPr userDrawn="1"/>
          </p:nvSpPr>
          <p:spPr>
            <a:xfrm>
              <a:off x="10795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32" name="점 332"/>
            <p:cNvSpPr/>
            <p:nvPr userDrawn="1"/>
          </p:nvSpPr>
          <p:spPr>
            <a:xfrm>
              <a:off x="11049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33" name="점 333"/>
            <p:cNvSpPr/>
            <p:nvPr userDrawn="1"/>
          </p:nvSpPr>
          <p:spPr>
            <a:xfrm>
              <a:off x="11303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34" name="점 334"/>
            <p:cNvSpPr/>
            <p:nvPr userDrawn="1"/>
          </p:nvSpPr>
          <p:spPr>
            <a:xfrm>
              <a:off x="11557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35" name="점 335"/>
            <p:cNvSpPr/>
            <p:nvPr userDrawn="1"/>
          </p:nvSpPr>
          <p:spPr>
            <a:xfrm>
              <a:off x="11811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36" name="점 336"/>
            <p:cNvSpPr/>
            <p:nvPr userDrawn="1"/>
          </p:nvSpPr>
          <p:spPr>
            <a:xfrm>
              <a:off x="12065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37" name="점 337"/>
            <p:cNvSpPr/>
            <p:nvPr userDrawn="1"/>
          </p:nvSpPr>
          <p:spPr>
            <a:xfrm>
              <a:off x="10033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38" name="점 338"/>
            <p:cNvSpPr/>
            <p:nvPr userDrawn="1"/>
          </p:nvSpPr>
          <p:spPr>
            <a:xfrm>
              <a:off x="10287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39" name="점 339"/>
            <p:cNvSpPr/>
            <p:nvPr userDrawn="1"/>
          </p:nvSpPr>
          <p:spPr>
            <a:xfrm>
              <a:off x="10541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40" name="점 340"/>
            <p:cNvSpPr/>
            <p:nvPr userDrawn="1"/>
          </p:nvSpPr>
          <p:spPr>
            <a:xfrm>
              <a:off x="10795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41" name="점 341"/>
            <p:cNvSpPr/>
            <p:nvPr userDrawn="1"/>
          </p:nvSpPr>
          <p:spPr>
            <a:xfrm>
              <a:off x="11049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42" name="점 342"/>
            <p:cNvSpPr/>
            <p:nvPr userDrawn="1"/>
          </p:nvSpPr>
          <p:spPr>
            <a:xfrm>
              <a:off x="11303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43" name="점 343"/>
            <p:cNvSpPr/>
            <p:nvPr userDrawn="1"/>
          </p:nvSpPr>
          <p:spPr>
            <a:xfrm>
              <a:off x="11557800" y="5316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44" name="점 344"/>
            <p:cNvSpPr/>
            <p:nvPr userDrawn="1"/>
          </p:nvSpPr>
          <p:spPr>
            <a:xfrm>
              <a:off x="11811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45" name="점 345"/>
            <p:cNvSpPr/>
            <p:nvPr userDrawn="1"/>
          </p:nvSpPr>
          <p:spPr>
            <a:xfrm>
              <a:off x="12065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46" name="점 346"/>
            <p:cNvSpPr/>
            <p:nvPr userDrawn="1"/>
          </p:nvSpPr>
          <p:spPr>
            <a:xfrm>
              <a:off x="10033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47" name="점 347"/>
            <p:cNvSpPr/>
            <p:nvPr userDrawn="1"/>
          </p:nvSpPr>
          <p:spPr>
            <a:xfrm>
              <a:off x="10287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48" name="점 348"/>
            <p:cNvSpPr/>
            <p:nvPr userDrawn="1"/>
          </p:nvSpPr>
          <p:spPr>
            <a:xfrm>
              <a:off x="10541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49" name="점 349"/>
            <p:cNvSpPr/>
            <p:nvPr userDrawn="1"/>
          </p:nvSpPr>
          <p:spPr>
            <a:xfrm>
              <a:off x="10795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50" name="점 350"/>
            <p:cNvSpPr/>
            <p:nvPr userDrawn="1"/>
          </p:nvSpPr>
          <p:spPr>
            <a:xfrm>
              <a:off x="11049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51" name="점 351"/>
            <p:cNvSpPr/>
            <p:nvPr userDrawn="1"/>
          </p:nvSpPr>
          <p:spPr>
            <a:xfrm>
              <a:off x="11303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52" name="점 352"/>
            <p:cNvSpPr/>
            <p:nvPr userDrawn="1"/>
          </p:nvSpPr>
          <p:spPr>
            <a:xfrm>
              <a:off x="11557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53" name="점 353"/>
            <p:cNvSpPr/>
            <p:nvPr userDrawn="1"/>
          </p:nvSpPr>
          <p:spPr>
            <a:xfrm>
              <a:off x="11811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54" name="점 354"/>
            <p:cNvSpPr/>
            <p:nvPr userDrawn="1"/>
          </p:nvSpPr>
          <p:spPr>
            <a:xfrm>
              <a:off x="12065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55" name="점 355"/>
            <p:cNvSpPr/>
            <p:nvPr userDrawn="1"/>
          </p:nvSpPr>
          <p:spPr>
            <a:xfrm>
              <a:off x="10033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56" name="점 356"/>
            <p:cNvSpPr/>
            <p:nvPr userDrawn="1"/>
          </p:nvSpPr>
          <p:spPr>
            <a:xfrm>
              <a:off x="10287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57" name="점 357"/>
            <p:cNvSpPr/>
            <p:nvPr userDrawn="1"/>
          </p:nvSpPr>
          <p:spPr>
            <a:xfrm>
              <a:off x="10541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58" name="점 358"/>
            <p:cNvSpPr/>
            <p:nvPr userDrawn="1"/>
          </p:nvSpPr>
          <p:spPr>
            <a:xfrm>
              <a:off x="10795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59" name="점 359"/>
            <p:cNvSpPr/>
            <p:nvPr userDrawn="1"/>
          </p:nvSpPr>
          <p:spPr>
            <a:xfrm>
              <a:off x="11049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60" name="점 360"/>
            <p:cNvSpPr/>
            <p:nvPr userDrawn="1"/>
          </p:nvSpPr>
          <p:spPr>
            <a:xfrm>
              <a:off x="11303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61" name="점 361"/>
            <p:cNvSpPr/>
            <p:nvPr userDrawn="1"/>
          </p:nvSpPr>
          <p:spPr>
            <a:xfrm>
              <a:off x="11557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62" name="점 362"/>
            <p:cNvSpPr/>
            <p:nvPr userDrawn="1"/>
          </p:nvSpPr>
          <p:spPr>
            <a:xfrm>
              <a:off x="11811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63" name="점 363"/>
            <p:cNvSpPr/>
            <p:nvPr userDrawn="1"/>
          </p:nvSpPr>
          <p:spPr>
            <a:xfrm>
              <a:off x="12065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64" name="점 364"/>
            <p:cNvSpPr/>
            <p:nvPr userDrawn="1"/>
          </p:nvSpPr>
          <p:spPr>
            <a:xfrm>
              <a:off x="10033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65" name="점 365"/>
            <p:cNvSpPr/>
            <p:nvPr userDrawn="1"/>
          </p:nvSpPr>
          <p:spPr>
            <a:xfrm>
              <a:off x="10287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66" name="점 366"/>
            <p:cNvSpPr/>
            <p:nvPr userDrawn="1"/>
          </p:nvSpPr>
          <p:spPr>
            <a:xfrm>
              <a:off x="10541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67" name="점 367"/>
            <p:cNvSpPr/>
            <p:nvPr userDrawn="1"/>
          </p:nvSpPr>
          <p:spPr>
            <a:xfrm>
              <a:off x="10795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68" name="점 368"/>
            <p:cNvSpPr/>
            <p:nvPr userDrawn="1"/>
          </p:nvSpPr>
          <p:spPr>
            <a:xfrm>
              <a:off x="11049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69" name="점 369"/>
            <p:cNvSpPr/>
            <p:nvPr userDrawn="1"/>
          </p:nvSpPr>
          <p:spPr>
            <a:xfrm>
              <a:off x="11303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70" name="점 370"/>
            <p:cNvSpPr/>
            <p:nvPr userDrawn="1"/>
          </p:nvSpPr>
          <p:spPr>
            <a:xfrm>
              <a:off x="11557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71" name="점 371"/>
            <p:cNvSpPr/>
            <p:nvPr userDrawn="1"/>
          </p:nvSpPr>
          <p:spPr>
            <a:xfrm>
              <a:off x="11811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72" name="점 372"/>
            <p:cNvSpPr/>
            <p:nvPr userDrawn="1"/>
          </p:nvSpPr>
          <p:spPr>
            <a:xfrm>
              <a:off x="12065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</p:grpSp>
      <p:sp>
        <p:nvSpPr>
          <p:cNvPr id="85" name="구역 강조 룰"/>
          <p:cNvSpPr/>
          <p:nvPr userDrawn="1"/>
        </p:nvSpPr>
        <p:spPr>
          <a:xfrm>
            <a:off x="929640" y="2971800"/>
            <a:ext cx="762000" cy="0"/>
          </a:xfrm>
          <a:prstGeom prst="line">
            <a:avLst/>
          </a:prstGeom>
          <a:noFill/>
          <a:ln w="38100" cap="flat">
            <a:solidFill>
              <a:srgbClr val="2EC4D9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121E2741-8F1E-BB08-8064-ABB3B51724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048000"/>
            <a:ext cx="10515600" cy="800100"/>
          </a:xfrm>
        </p:spPr>
        <p:txBody>
          <a:bodyPr anchor="b"/>
          <a:lstStyle>
            <a:lvl1pPr algn="l">
              <a:defRPr sz="4400" b="0" spc="-40">
                <a:solidFill>
                  <a:srgbClr val="FFFFFF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FE217DB-F68B-0B02-0EE9-FC6D375A39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962400"/>
            <a:ext cx="10515600" cy="1143000"/>
          </a:xfrm>
        </p:spPr>
        <p:txBody>
          <a:bodyPr/>
          <a:lstStyle>
            <a:lvl1pPr marL="0" indent="0">
              <a:buNone/>
              <a:defRPr sz="2400">
                <a:solidFill>
                  <a:srgbClr val="8FB8C9"/>
                </a:solidFill>
              </a:defRPr>
            </a:lvl1pPr>
            <a:lvl2pPr marL="457200" indent="0">
              <a:buNone/>
              <a:defRPr sz="2000">
                <a:solidFill>
                  <a:srgbClr val="8FB8C9"/>
                </a:solidFill>
              </a:defRPr>
            </a:lvl2pPr>
            <a:lvl3pPr marL="914400" indent="0">
              <a:buNone/>
              <a:defRPr sz="1800">
                <a:solidFill>
                  <a:srgbClr val="8FB8C9"/>
                </a:solidFill>
              </a:defRPr>
            </a:lvl3pPr>
            <a:lvl4pPr marL="1371600" indent="0">
              <a:buNone/>
              <a:defRPr sz="1600">
                <a:solidFill>
                  <a:srgbClr val="8FB8C9"/>
                </a:solidFill>
              </a:defRPr>
            </a:lvl4pPr>
            <a:lvl5pPr marL="1828800" indent="0">
              <a:buNone/>
              <a:defRPr sz="1600">
                <a:solidFill>
                  <a:srgbClr val="8FB8C9"/>
                </a:solidFill>
              </a:defRPr>
            </a:lvl5pPr>
            <a:lvl6pPr marL="2286000" indent="0">
              <a:buNone/>
              <a:defRPr sz="1600">
                <a:solidFill>
                  <a:srgbClr val="8FB8C9"/>
                </a:solidFill>
              </a:defRPr>
            </a:lvl6pPr>
            <a:lvl7pPr marL="2743200" indent="0">
              <a:buNone/>
              <a:defRPr sz="1600">
                <a:solidFill>
                  <a:srgbClr val="8FB8C9"/>
                </a:solidFill>
              </a:defRPr>
            </a:lvl7pPr>
            <a:lvl8pPr marL="3200400" indent="0">
              <a:buNone/>
              <a:defRPr sz="1600">
                <a:solidFill>
                  <a:srgbClr val="8FB8C9"/>
                </a:solidFill>
              </a:defRPr>
            </a:lvl8pPr>
            <a:lvl9pPr marL="3657600" indent="0">
              <a:buNone/>
              <a:defRPr sz="1600">
                <a:solidFill>
                  <a:srgbClr val="8FB8C9"/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6F4ECD6-4F10-FAB4-9EC7-0A9BDDBBF5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fld id="{2BEF52EC-B397-4D0A-AE91-E0D6840C85A1}" type="datetime1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B089ED4-E191-9BE2-6362-00E940AF74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F322432-D7EA-093F-001B-BC7E0D49E1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fld id="{4438A2D4-3867-488E-A04E-7BFFCAED45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447302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62A7E8-82BA-7B6E-F6E9-A98D3ECFFB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CAEFAB5-2BD5-B266-2B90-5DF6C6BE75F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DC97A80-9CA9-6C9D-98D1-D8A829894B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03A760F-4119-02E0-9047-FD4EFB030E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DD6007-6A42-4C9B-B218-6A32B3A38C67}" type="datetime1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99B3A7E-6DE5-9DF0-CCF3-4E15062167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6664016-7B2A-6313-FDC2-8FA33EAC93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370877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D54C69-8E55-E9AE-CBD6-A0F2276D9E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0B86DB8-CC8D-914E-CEFA-5DF480196E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B176446-C17B-7FD5-8DB2-B982801142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95D4D2A-9477-8669-492E-C33F3E9CD49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1BF0716-4A26-4EAB-6A93-C6203A80724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C0F37FBA-7D77-22F4-B534-1653B07ADB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6658DF-8B5F-4351-A42C-BF3495DE7ABE}" type="datetime1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E8DA361B-5E51-3A84-F540-036EB166C1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AD90B8D-AC97-0E06-ED03-C9645D4A46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78775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F5235F-156B-75D6-B91A-2D25D5F318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70398CE0-1B1D-EF93-936A-A286EA5776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359C48-8150-4FAB-8BEF-6AD61CFC9BBE}" type="datetime1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F4DC0FF-921E-80C0-450A-7B405750E8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8CF709D-D3DC-4D1F-45FC-9F2F2C1808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129880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1E4D47D0-9EAC-3C67-62F1-6CC1BEC6FC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41DBCF-1091-470D-AC72-5CF3D00280AC}" type="datetime1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AA75CACA-850A-EA99-2A04-D33838FCCA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504249E-807B-C0AC-5C11-E3AD439D7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90958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EF82BF-B27F-0EAB-B809-971BA3CE89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C4868F8-4EB2-B804-3AD6-7256AF1C68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C3E5F92-B2C2-8AB1-01C1-ED72DF18A6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243173C-11BF-A2F6-F013-59378849A4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4AE7C-57FB-4DBB-B90C-59145D637BF6}" type="datetime1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3D47E49-717B-A5BA-FB22-E4F74A03BD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C7ED0F3-0EAE-43B7-F5D2-9F776B23F7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923198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3DE7BB-65A1-98A0-61B2-9BA86EB8B4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3393FC40-79A0-A826-1CA9-EE7B1B8BF9E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EB9879E-8AC3-D682-707C-4CCA3AC04C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C97A2B9-9192-6241-C6C5-2D7D678EEC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D92253-43A0-46E3-918E-3929407A8C01}" type="datetime1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B7311CB-F5C2-2F43-5CDB-47B621DB11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B7E252D-5421-B82E-B9DC-97D8A4F118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743450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A5921C-217D-706E-B4C1-8C4B415A85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FA49194-22FD-90CC-72D7-93BB89EBF3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E3072F4-8B76-D6AF-7D51-73F3466137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178607-39E6-4CB2-B3CB-AB428B3B6195}" type="datetime1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903EEA5-CFF1-3A25-3757-289E51F270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0CA5D0D-C1A0-3A92-3E15-E7442EE12D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198454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44A25BF-197E-B63E-7A73-089055E7BC9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1D6C20F-2716-6230-FC15-8E28D820B1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32C15CE-BE12-96E8-58E3-B89CE71B76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78A2F2-325F-46A6-8956-F2A49A35BAF8}" type="datetime1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83C669E-1E2D-2737-7F44-4EF88AEE2E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F1D9548-61EF-5EA9-3163-3C25E9287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97905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제목 헤어라인"/>
          <p:cNvSpPr/>
          <p:nvPr userDrawn="1"/>
        </p:nvSpPr>
        <p:spPr>
          <a:xfrm>
            <a:off x="929640" y="944880"/>
            <a:ext cx="10332720" cy="0"/>
          </a:xfrm>
          <a:prstGeom prst="line">
            <a:avLst/>
          </a:prstGeom>
          <a:noFill/>
          <a:ln w="9525" cap="flat">
            <a:solidFill>
              <a:srgbClr val="E4EAF0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91" name="제목 강조 룰"/>
          <p:cNvSpPr/>
          <p:nvPr userDrawn="1"/>
        </p:nvSpPr>
        <p:spPr>
          <a:xfrm>
            <a:off x="929640" y="944880"/>
            <a:ext cx="685800" cy="0"/>
          </a:xfrm>
          <a:prstGeom prst="line">
            <a:avLst/>
          </a:prstGeom>
          <a:noFill/>
          <a:ln w="28575" cap="flat">
            <a:solidFill>
              <a:srgbClr val="2EC4D9"/>
            </a:solidFill>
          </a:ln>
        </p:spPr>
        <p:txBody>
          <a:bodyPr/>
          <a:lstStyle/>
          <a:p>
            <a:endParaRPr lang="ko-KR"/>
          </a:p>
        </p:txBody>
      </p:sp>
      <p:grpSp>
        <p:nvGrpSpPr>
          <p:cNvPr id="100" name="격자 패턴"/>
          <p:cNvGrpSpPr/>
          <p:nvPr userDrawn="1"/>
        </p:nvGrpSpPr>
        <p:grpSpPr>
          <a:xfrm>
            <a:off x="11029950" y="6076950"/>
            <a:ext cx="1009650" cy="628650"/>
            <a:chOff x="11029950" y="6076950"/>
            <a:chExt cx="1009650" cy="628650"/>
          </a:xfrm>
        </p:grpSpPr>
        <p:sp>
          <p:nvSpPr>
            <p:cNvPr id="101" name="점 101"/>
            <p:cNvSpPr/>
            <p:nvPr userDrawn="1"/>
          </p:nvSpPr>
          <p:spPr>
            <a:xfrm>
              <a:off x="11029950" y="6076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02" name="점 102"/>
            <p:cNvSpPr/>
            <p:nvPr userDrawn="1"/>
          </p:nvSpPr>
          <p:spPr>
            <a:xfrm>
              <a:off x="11220450" y="6076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03" name="점 103"/>
            <p:cNvSpPr/>
            <p:nvPr userDrawn="1"/>
          </p:nvSpPr>
          <p:spPr>
            <a:xfrm>
              <a:off x="11410950" y="6076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04" name="점 104"/>
            <p:cNvSpPr/>
            <p:nvPr userDrawn="1"/>
          </p:nvSpPr>
          <p:spPr>
            <a:xfrm>
              <a:off x="11601450" y="6076950"/>
              <a:ext cx="57150" cy="57150"/>
            </a:xfrm>
            <a:prstGeom prst="ellipse">
              <a:avLst/>
            </a:prstGeom>
            <a:solidFill>
              <a:srgbClr val="2EC4D9">
                <a:alpha val="50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05" name="점 105"/>
            <p:cNvSpPr/>
            <p:nvPr userDrawn="1"/>
          </p:nvSpPr>
          <p:spPr>
            <a:xfrm>
              <a:off x="11791950" y="6076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06" name="점 106"/>
            <p:cNvSpPr/>
            <p:nvPr userDrawn="1"/>
          </p:nvSpPr>
          <p:spPr>
            <a:xfrm>
              <a:off x="11982450" y="6076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07" name="점 107"/>
            <p:cNvSpPr/>
            <p:nvPr userDrawn="1"/>
          </p:nvSpPr>
          <p:spPr>
            <a:xfrm>
              <a:off x="11029950" y="6267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08" name="점 108"/>
            <p:cNvSpPr/>
            <p:nvPr userDrawn="1"/>
          </p:nvSpPr>
          <p:spPr>
            <a:xfrm>
              <a:off x="11220450" y="6267450"/>
              <a:ext cx="57150" cy="57150"/>
            </a:xfrm>
            <a:prstGeom prst="ellipse">
              <a:avLst/>
            </a:prstGeom>
            <a:solidFill>
              <a:srgbClr val="2EC4D9">
                <a:alpha val="50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09" name="점 109"/>
            <p:cNvSpPr/>
            <p:nvPr userDrawn="1"/>
          </p:nvSpPr>
          <p:spPr>
            <a:xfrm>
              <a:off x="11410950" y="6267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10" name="점 110"/>
            <p:cNvSpPr/>
            <p:nvPr userDrawn="1"/>
          </p:nvSpPr>
          <p:spPr>
            <a:xfrm>
              <a:off x="11601450" y="6267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11" name="점 111"/>
            <p:cNvSpPr/>
            <p:nvPr userDrawn="1"/>
          </p:nvSpPr>
          <p:spPr>
            <a:xfrm>
              <a:off x="11791950" y="6267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12" name="점 112"/>
            <p:cNvSpPr/>
            <p:nvPr userDrawn="1"/>
          </p:nvSpPr>
          <p:spPr>
            <a:xfrm>
              <a:off x="11982450" y="6267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13" name="점 113"/>
            <p:cNvSpPr/>
            <p:nvPr userDrawn="1"/>
          </p:nvSpPr>
          <p:spPr>
            <a:xfrm>
              <a:off x="110299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14" name="점 114"/>
            <p:cNvSpPr/>
            <p:nvPr userDrawn="1"/>
          </p:nvSpPr>
          <p:spPr>
            <a:xfrm>
              <a:off x="112204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15" name="점 115"/>
            <p:cNvSpPr/>
            <p:nvPr userDrawn="1"/>
          </p:nvSpPr>
          <p:spPr>
            <a:xfrm>
              <a:off x="114109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16" name="점 116"/>
            <p:cNvSpPr/>
            <p:nvPr userDrawn="1"/>
          </p:nvSpPr>
          <p:spPr>
            <a:xfrm>
              <a:off x="116014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17" name="점 117"/>
            <p:cNvSpPr/>
            <p:nvPr userDrawn="1"/>
          </p:nvSpPr>
          <p:spPr>
            <a:xfrm>
              <a:off x="117919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18" name="점 118"/>
            <p:cNvSpPr/>
            <p:nvPr userDrawn="1"/>
          </p:nvSpPr>
          <p:spPr>
            <a:xfrm>
              <a:off x="119824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19" name="점 119"/>
            <p:cNvSpPr/>
            <p:nvPr userDrawn="1"/>
          </p:nvSpPr>
          <p:spPr>
            <a:xfrm>
              <a:off x="11029950" y="6648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20" name="점 120"/>
            <p:cNvSpPr/>
            <p:nvPr userDrawn="1"/>
          </p:nvSpPr>
          <p:spPr>
            <a:xfrm>
              <a:off x="11220450" y="6648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21" name="점 121"/>
            <p:cNvSpPr/>
            <p:nvPr userDrawn="1"/>
          </p:nvSpPr>
          <p:spPr>
            <a:xfrm>
              <a:off x="11410950" y="6648450"/>
              <a:ext cx="57150" cy="57150"/>
            </a:xfrm>
            <a:prstGeom prst="ellipse">
              <a:avLst/>
            </a:prstGeom>
            <a:solidFill>
              <a:srgbClr val="2EC4D9">
                <a:alpha val="50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22" name="점 122"/>
            <p:cNvSpPr/>
            <p:nvPr userDrawn="1"/>
          </p:nvSpPr>
          <p:spPr>
            <a:xfrm>
              <a:off x="11601450" y="6648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23" name="점 123"/>
            <p:cNvSpPr/>
            <p:nvPr userDrawn="1"/>
          </p:nvSpPr>
          <p:spPr>
            <a:xfrm>
              <a:off x="11791950" y="6648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24" name="점 124"/>
            <p:cNvSpPr/>
            <p:nvPr userDrawn="1"/>
          </p:nvSpPr>
          <p:spPr>
            <a:xfrm>
              <a:off x="11982450" y="6648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</p:grp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33AFC0F6-4140-2489-D0A3-0A632697E4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6866"/>
            <a:ext cx="10515600" cy="6628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5E886E5-5DD8-BA48-583F-AAA217E8DD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423922"/>
            <a:ext cx="10515600" cy="475304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69862E1-2ECD-F622-0F74-FDC2E7199A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30000"/>
            <a:ext cx="3200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spc="20">
                <a:solidFill>
                  <a:srgbClr val="7E94A8"/>
                </a:solidFill>
                <a:latin typeface="+mn-lt"/>
                <a:ea typeface="+mn-ea"/>
              </a:defRPr>
            </a:lvl1pPr>
          </a:lstStyle>
          <a:p>
            <a:fld id="{75D61A29-800E-482A-B0FD-5A04401ECD92}" type="datetime1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F2E1796-7D1E-1254-446E-8BAA61680C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200000" y="633000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spc="20">
                <a:solidFill>
                  <a:srgbClr val="7E94A8"/>
                </a:solidFill>
                <a:latin typeface="+mn-lt"/>
                <a:ea typeface="+mn-ea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EB692A8-3D04-14CA-0956-516C70492A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30000"/>
            <a:ext cx="2286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spc="20">
                <a:solidFill>
                  <a:srgbClr val="7E94A8"/>
                </a:solidFill>
                <a:latin typeface="+mn-lt"/>
                <a:ea typeface="+mn-ea"/>
              </a:defRPr>
            </a:lvl1pPr>
          </a:lstStyle>
          <a:p>
            <a:fld id="{4438A2D4-3867-488E-A04E-7BFFCAED45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6133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800" b="0" kern="1200" spc="-3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Clr>
          <a:srgbClr val="2EC4D9"/>
        </a:buClr>
        <a:buSzPct val="85000"/>
        <a:buFont typeface="Arial" panose="020B0604020202020204" pitchFamily="34" charset="0"/>
        <a:buChar char="▪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2400" kern="1200">
          <a:solidFill>
            <a:schemeClr val="tx1">
              <a:alpha val="88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8FB8C9"/>
        </a:buClr>
        <a:buSzPct val="80000"/>
        <a:buFont typeface="Arial" panose="020B0604020202020204" pitchFamily="34" charset="0"/>
        <a:buChar char="•"/>
        <a:defRPr sz="20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1F5C70B-7871-D2F3-E49B-85D4BEBAD71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altLang="ko-KR" b="0" dirty="0"/>
              <a:t>Post-Quantum Cryptography</a:t>
            </a:r>
            <a:endParaRPr lang="ko-KR" altLang="en-US" b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EA4BB57-D4CA-4972-9722-922AA1C0259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anchor="ctr">
            <a:normAutofit/>
          </a:bodyPr>
          <a:lstStyle/>
          <a:p>
            <a:r>
              <a:rPr lang="ko-KR" altLang="en-US" dirty="0"/>
              <a:t>학습 및 발표 계획 </a:t>
            </a:r>
            <a:r>
              <a:rPr lang="en-US" altLang="ko-KR" dirty="0"/>
              <a:t>&amp;</a:t>
            </a:r>
          </a:p>
          <a:p>
            <a:r>
              <a:rPr lang="en-US" altLang="ko-KR" dirty="0"/>
              <a:t>Lattice-Based Cryptography Introduction</a:t>
            </a:r>
          </a:p>
        </p:txBody>
      </p:sp>
    </p:spTree>
    <p:extLst>
      <p:ext uri="{BB962C8B-B14F-4D97-AF65-F5344CB8AC3E}">
        <p14:creationId xmlns:p14="http://schemas.microsoft.com/office/powerpoint/2010/main" val="18412756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A0DB61-F834-D9E7-299E-9100B8F346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962A060-71A6-5EA2-F906-1524933F5B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18962"/>
            <a:ext cx="10515600" cy="5037388"/>
          </a:xfrm>
        </p:spPr>
        <p:txBody>
          <a:bodyPr anchor="t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ko-KR" altLang="en-US" sz="1800" b="0" dirty="0"/>
              <a:t>학습 계획 발표</a:t>
            </a:r>
            <a:endParaRPr lang="en-US" altLang="ko-KR" sz="1800" b="0" dirty="0"/>
          </a:p>
          <a:p>
            <a:pPr marL="514350" indent="-514350">
              <a:buFont typeface="+mj-lt"/>
              <a:buAutoNum type="arabicPeriod"/>
            </a:pPr>
            <a:r>
              <a:rPr lang="en-US" altLang="ko-KR" sz="1800" b="0" dirty="0"/>
              <a:t>Introduction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9BAA46B-FCCE-8A34-657F-EEC8E88D0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9" name="제목 1">
            <a:extLst>
              <a:ext uri="{FF2B5EF4-FFF2-40B4-BE49-F238E27FC236}">
                <a16:creationId xmlns:a16="http://schemas.microsoft.com/office/drawing/2014/main" id="{56756302-4A72-F2DD-A7FF-B2186F8761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>
            <a:normAutofit/>
          </a:bodyPr>
          <a:lstStyle/>
          <a:p>
            <a:r>
              <a:rPr lang="en-US" altLang="ko-KR" b="0" dirty="0"/>
              <a:t>Plan</a:t>
            </a:r>
            <a:endParaRPr lang="ko-KR" altLang="en-US" b="0" dirty="0"/>
          </a:p>
        </p:txBody>
      </p:sp>
    </p:spTree>
    <p:extLst>
      <p:ext uri="{BB962C8B-B14F-4D97-AF65-F5344CB8AC3E}">
        <p14:creationId xmlns:p14="http://schemas.microsoft.com/office/powerpoint/2010/main" val="22257168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C439CE8-DDF7-8E28-3B0B-A5A2557991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b="0" dirty="0"/>
              <a:t>전체 </a:t>
            </a:r>
            <a:r>
              <a:rPr lang="ko-KR" altLang="en-US" b="0" dirty="0" err="1"/>
              <a:t>커리귤럼</a:t>
            </a:r>
            <a:r>
              <a:rPr lang="ko-KR" altLang="en-US" b="0" dirty="0"/>
              <a:t> 구성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7A2F99C-B973-24F8-3BB7-0FF403B308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3</a:t>
            </a:fld>
            <a:endParaRPr lang="ko-KR" altLang="en-US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57EAFEC7-AC88-E93C-9D39-135F85572A6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6595111"/>
              </p:ext>
            </p:extLst>
          </p:nvPr>
        </p:nvGraphicFramePr>
        <p:xfrm>
          <a:off x="792480" y="1447799"/>
          <a:ext cx="10561320" cy="26765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94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0752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3438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1766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순서</a:t>
                      </a:r>
                    </a:p>
                  </a:txBody>
                  <a:tcPr anchor="ctr">
                    <a:solidFill>
                      <a:srgbClr val="3B6EA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코스</a:t>
                      </a:r>
                      <a:endParaRPr sz="1800" b="1" dirty="0">
                        <a:solidFill>
                          <a:srgbClr val="FFFFFF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anchor="ctr">
                    <a:solidFill>
                      <a:srgbClr val="3B6EA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강의</a:t>
                      </a:r>
                      <a:r>
                        <a:rPr sz="180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수</a:t>
                      </a:r>
                    </a:p>
                  </a:txBody>
                  <a:tcPr anchor="ctr">
                    <a:solidFill>
                      <a:srgbClr val="3B6EA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7660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dirty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Lattice-Based Cryptography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dirty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7강 </a:t>
                      </a:r>
                      <a:r>
                        <a:rPr lang="en-US" altLang="ko-KR" sz="1800" b="0" dirty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— </a:t>
                      </a:r>
                      <a:r>
                        <a:rPr sz="1800" b="0" dirty="0" err="1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격자</a:t>
                      </a:r>
                      <a:r>
                        <a:rPr sz="1800" b="0" dirty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800" b="0" dirty="0" err="1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기반</a:t>
                      </a:r>
                      <a:r>
                        <a:rPr sz="1800" b="0" dirty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800" b="0" dirty="0" err="1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암호의</a:t>
                      </a:r>
                      <a:r>
                        <a:rPr sz="1800" b="0" dirty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800" b="0" dirty="0" err="1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수학적</a:t>
                      </a:r>
                      <a:r>
                        <a:rPr sz="1800" b="0" dirty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800" b="0" dirty="0" err="1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기초</a:t>
                      </a:r>
                      <a:endParaRPr sz="1800" b="0" dirty="0">
                        <a:solidFill>
                          <a:srgbClr val="2B2B2B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23546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2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dirty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Kyber and </a:t>
                      </a:r>
                      <a:r>
                        <a:rPr sz="1800" b="0" dirty="0" err="1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Dilithium</a:t>
                      </a:r>
                      <a:endParaRPr sz="1800" b="0" dirty="0">
                        <a:solidFill>
                          <a:srgbClr val="2B2B2B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dirty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4강 — ML-KEM, ML-</a:t>
                      </a:r>
                      <a:r>
                        <a:rPr sz="1800" b="0" dirty="0" err="1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DSA의</a:t>
                      </a:r>
                      <a:r>
                        <a:rPr sz="1800" b="0" dirty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800" b="0" dirty="0" err="1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구체적</a:t>
                      </a:r>
                      <a:r>
                        <a:rPr sz="1800" b="0" dirty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800" b="0" dirty="0" err="1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구성과</a:t>
                      </a:r>
                      <a:r>
                        <a:rPr sz="1800" b="0" dirty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800" b="0" dirty="0" err="1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최적화</a:t>
                      </a:r>
                      <a:endParaRPr sz="1800" b="0" dirty="0">
                        <a:solidFill>
                          <a:srgbClr val="2B2B2B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7660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dirty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Hash-Based Signature Schemes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dirty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6강 — LMS, XMSS, SPHINCS+(SLH-DSA)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571127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CC229C-24BF-67CF-5B6B-BCB6313859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b="0" dirty="0"/>
              <a:t>일정 구성 원칙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20BD12C-11B9-9B91-3EE2-0947FE37A3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t">
            <a:normAutofit/>
          </a:bodyPr>
          <a:lstStyle/>
          <a:p>
            <a:r>
              <a:rPr lang="ko-KR" altLang="en-US" sz="1800" b="0" dirty="0"/>
              <a:t>화요일</a:t>
            </a:r>
            <a:r>
              <a:rPr lang="en-US" altLang="ko-KR" sz="1800" b="0" dirty="0"/>
              <a:t>: </a:t>
            </a:r>
            <a:r>
              <a:rPr lang="ko-KR" altLang="en-US" sz="1800" b="0" dirty="0"/>
              <a:t>목요일 세미나 이후 나흘</a:t>
            </a:r>
            <a:r>
              <a:rPr lang="en-US" altLang="ko-KR" sz="1800" b="0" dirty="0"/>
              <a:t>(</a:t>
            </a:r>
            <a:r>
              <a:rPr lang="ko-KR" altLang="en-US" sz="1800" b="0" dirty="0"/>
              <a:t>금</a:t>
            </a:r>
            <a:r>
              <a:rPr lang="en-US" altLang="ko-KR" sz="1800" b="0" dirty="0"/>
              <a:t>~</a:t>
            </a:r>
            <a:r>
              <a:rPr lang="ko-KR" altLang="en-US" sz="1800" b="0" dirty="0"/>
              <a:t>월</a:t>
            </a:r>
            <a:r>
              <a:rPr lang="en-US" altLang="ko-KR" sz="1800" b="0" dirty="0"/>
              <a:t>)</a:t>
            </a:r>
            <a:r>
              <a:rPr lang="ko-KR" altLang="en-US" sz="1800" b="0" dirty="0"/>
              <a:t>의 준비 기간 → 상대적으로 많은 분량</a:t>
            </a:r>
            <a:endParaRPr lang="en-US" altLang="ko-KR" sz="1800" b="0" dirty="0"/>
          </a:p>
          <a:p>
            <a:r>
              <a:rPr lang="ko-KR" altLang="en-US" sz="1800" b="0" dirty="0"/>
              <a:t>목요일</a:t>
            </a:r>
            <a:r>
              <a:rPr lang="en-US" altLang="ko-KR" sz="1800" b="0" dirty="0"/>
              <a:t>: </a:t>
            </a:r>
            <a:r>
              <a:rPr lang="ko-KR" altLang="en-US" sz="1800" b="0" dirty="0"/>
              <a:t>준비 기간 수요일 하루뿐 → 가볍게 유지</a:t>
            </a:r>
            <a:endParaRPr lang="en-US" altLang="ko-KR" sz="1800" b="0" dirty="0"/>
          </a:p>
          <a:p>
            <a:r>
              <a:rPr lang="ko-KR" altLang="en-US" sz="1800" b="0" dirty="0"/>
              <a:t>분량이 많거나 어려운 </a:t>
            </a:r>
            <a:r>
              <a:rPr lang="ko-KR" altLang="en-US" sz="1800" b="0" dirty="0" err="1"/>
              <a:t>회차는</a:t>
            </a:r>
            <a:r>
              <a:rPr lang="ko-KR" altLang="en-US" sz="1800" b="0" dirty="0"/>
              <a:t> 화요일 시작 → 목요일 종료로 </a:t>
            </a:r>
            <a:r>
              <a:rPr lang="en-US" altLang="ko-KR" sz="1800" b="0" dirty="0"/>
              <a:t>2</a:t>
            </a:r>
            <a:r>
              <a:rPr lang="ko-KR" altLang="en-US" sz="1800" b="0" dirty="0" err="1"/>
              <a:t>회차</a:t>
            </a:r>
            <a:r>
              <a:rPr lang="ko-KR" altLang="en-US" sz="1800" b="0" dirty="0"/>
              <a:t> 배치</a:t>
            </a:r>
            <a:endParaRPr lang="en-US" altLang="ko-KR" sz="1800" b="0" dirty="0"/>
          </a:p>
          <a:p>
            <a:pPr marL="457200" lvl="1" indent="0">
              <a:buNone/>
            </a:pPr>
            <a:r>
              <a:rPr lang="en-US" altLang="ko-KR" dirty="0"/>
              <a:t>- Ring-SIS/Ring-LWE, Kyber (V2), </a:t>
            </a:r>
            <a:r>
              <a:rPr lang="en-US" altLang="ko-KR" dirty="0" err="1"/>
              <a:t>Dilithium</a:t>
            </a:r>
            <a:r>
              <a:rPr lang="en-US" altLang="ko-KR" dirty="0"/>
              <a:t>(V3)</a:t>
            </a:r>
          </a:p>
          <a:p>
            <a:r>
              <a:rPr lang="en-US" altLang="ko-KR" sz="1800" b="0" dirty="0"/>
              <a:t>Introduction </a:t>
            </a:r>
            <a:r>
              <a:rPr lang="ko-KR" altLang="en-US" sz="1800" b="0" dirty="0"/>
              <a:t>강의는 화요일 세미나가 있는 주의 목요일에 배치</a:t>
            </a:r>
            <a:endParaRPr lang="en-US" altLang="ko-KR" sz="1800" b="0" dirty="0"/>
          </a:p>
          <a:p>
            <a:r>
              <a:rPr lang="en-US" altLang="ko-KR" sz="1800" b="0" dirty="0"/>
              <a:t>8/27</a:t>
            </a:r>
            <a:r>
              <a:rPr lang="ko-KR" altLang="en-US" sz="1800" b="0" dirty="0"/>
              <a:t> 이후는 세션 간 공백이 길수록 분량을 늘림</a:t>
            </a:r>
            <a:endParaRPr lang="en-US" altLang="ko-KR" sz="1800" b="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DAA6057-3CCF-B983-8C32-3E79C97787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1946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006D7C-EFF9-4DB4-3AF9-1ED1D0C116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b="0" dirty="0"/>
              <a:t>학습 일정표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206BA68-9605-18E6-4F26-64FF4CF04D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5</a:t>
            </a:fld>
            <a:endParaRPr lang="ko-KR" altLang="en-US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1692BD28-1A5D-D968-C71D-5B71B993A4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76964379"/>
              </p:ext>
            </p:extLst>
          </p:nvPr>
        </p:nvGraphicFramePr>
        <p:xfrm>
          <a:off x="838200" y="1268428"/>
          <a:ext cx="10515601" cy="4709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752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60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504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724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666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9432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날짜</a:t>
                      </a:r>
                    </a:p>
                  </a:txBody>
                  <a:tcPr anchor="ctr">
                    <a:solidFill>
                      <a:srgbClr val="3B6EA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요일</a:t>
                      </a:r>
                    </a:p>
                  </a:txBody>
                  <a:tcPr anchor="ctr">
                    <a:solidFill>
                      <a:srgbClr val="3B6EA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코스</a:t>
                      </a:r>
                    </a:p>
                  </a:txBody>
                  <a:tcPr anchor="ctr">
                    <a:solidFill>
                      <a:srgbClr val="3B6EA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회차</a:t>
                      </a:r>
                    </a:p>
                  </a:txBody>
                  <a:tcPr anchor="ctr">
                    <a:solidFill>
                      <a:srgbClr val="3B6EA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주제</a:t>
                      </a:r>
                    </a:p>
                  </a:txBody>
                  <a:tcPr anchor="ctr">
                    <a:solidFill>
                      <a:srgbClr val="3B6EA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432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07-09</a:t>
                      </a:r>
                    </a:p>
                  </a:txBody>
                  <a:tcPr anchor="ctr">
                    <a:solidFill>
                      <a:srgbClr val="FFE8C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목</a:t>
                      </a:r>
                    </a:p>
                  </a:txBody>
                  <a:tcPr anchor="ctr">
                    <a:solidFill>
                      <a:srgbClr val="FFE8C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발표+Lattice</a:t>
                      </a:r>
                    </a:p>
                  </a:txBody>
                  <a:tcPr anchor="ctr">
                    <a:solidFill>
                      <a:srgbClr val="FFE8C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계획+1강</a:t>
                      </a:r>
                    </a:p>
                  </a:txBody>
                  <a:tcPr anchor="ctr">
                    <a:solidFill>
                      <a:srgbClr val="FFE8C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 err="1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학습</a:t>
                      </a:r>
                      <a:r>
                        <a:rPr sz="1100" b="1" dirty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1" dirty="0" err="1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로드맵</a:t>
                      </a:r>
                      <a:r>
                        <a:rPr sz="1100" b="1" dirty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/</a:t>
                      </a:r>
                      <a:r>
                        <a:rPr sz="1100" b="1" dirty="0" err="1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일정표</a:t>
                      </a:r>
                      <a:r>
                        <a:rPr sz="1100" b="1" dirty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1" dirty="0" err="1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발표</a:t>
                      </a:r>
                      <a:r>
                        <a:rPr sz="1100" b="1" dirty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 및 1강 Introduction</a:t>
                      </a:r>
                    </a:p>
                  </a:txBody>
                  <a:tcPr anchor="ctr">
                    <a:solidFill>
                      <a:srgbClr val="FFE8C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4322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07-14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화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Lattice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2~4강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SIS + LWE + Lattices (세 회차 결합)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4322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07-16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Lattice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5강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SIS/LWE and Lattices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4322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07-21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화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Lattice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6강(1/2)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Ring-SIS and Ring-LWE — 전반부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4322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07-23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Lattice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6강(2/2)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Ring-SIS and Ring-LWE — 후반부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4322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07-28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화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Lattice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7강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Module-SIS and Module-LWE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4322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07-30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Kyber&amp;Dilithium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V1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Introduction 전체 (PQC 개요+수학적 사전지식)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4322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08-04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화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Kyber&amp;Dilithium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V2(1/2)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Kyber PKE(simplified) + </a:t>
                      </a:r>
                      <a:r>
                        <a:rPr sz="1100" b="0" dirty="0" err="1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최적화</a:t>
                      </a:r>
                      <a:endParaRPr sz="1100" b="0" dirty="0">
                        <a:solidFill>
                          <a:srgbClr val="2B2B2B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94322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08-06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Kyber&amp;Dilithium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V2(2/2)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Kyber PKE(full) + KEM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94322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08-11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화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Kyber&amp;Dilithium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V3(1/2)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Dilithium 토이 버전 + t 비압축 버전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94322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08-13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Kyber&amp;Dilithium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V3(2/2)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Dilithium t 압축 + 전체 스킴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94322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08-27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목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Kyber&amp;Dilithium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V4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NTT — Dilithium NTT + Kyber NTT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94322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09-03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Hash-Based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V1~V3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Intro + Hash functions + Lamport 서명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94322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09-17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목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Hash-Based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V4+V5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Lamport 문제점/해결책 + LMS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9433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10-01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Hash-Based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V6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SPHINCS+ / SLH-DSA (</a:t>
                      </a:r>
                      <a:r>
                        <a:rPr sz="1100" b="0" dirty="0" err="1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마지막</a:t>
                      </a:r>
                      <a:r>
                        <a:rPr sz="1100" b="0" dirty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회차</a:t>
                      </a:r>
                      <a:r>
                        <a:rPr sz="1100" b="0" dirty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184640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01271D9-7E3E-96FA-E7A3-727421ADCF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235200"/>
            <a:ext cx="9144000" cy="2387600"/>
          </a:xfrm>
        </p:spPr>
        <p:txBody>
          <a:bodyPr anchor="ctr"/>
          <a:lstStyle/>
          <a:p>
            <a:r>
              <a:rPr lang="en-US" altLang="ko-KR" b="0" dirty="0"/>
              <a:t>Introduction</a:t>
            </a:r>
            <a:endParaRPr lang="ko-KR" altLang="en-US" b="0" dirty="0"/>
          </a:p>
        </p:txBody>
      </p:sp>
    </p:spTree>
    <p:extLst>
      <p:ext uri="{BB962C8B-B14F-4D97-AF65-F5344CB8AC3E}">
        <p14:creationId xmlns:p14="http://schemas.microsoft.com/office/powerpoint/2010/main" val="24098094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C57B5DF-86FF-B51F-A8B7-C2075FE44C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0" dirty="0"/>
              <a:t>PQC </a:t>
            </a:r>
            <a:r>
              <a:rPr lang="ko-KR" altLang="en-US" b="0" dirty="0"/>
              <a:t>배경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F235565-9CF6-37C4-F2A8-908D9A605C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sz="1800" b="0" dirty="0"/>
              <a:t>2024</a:t>
            </a:r>
            <a:r>
              <a:rPr lang="ko-KR" altLang="en-US" sz="1800" b="0" dirty="0"/>
              <a:t>년 </a:t>
            </a:r>
            <a:r>
              <a:rPr lang="en-US" altLang="ko-KR" sz="1800" b="0" dirty="0"/>
              <a:t>8</a:t>
            </a:r>
            <a:r>
              <a:rPr lang="ko-KR" altLang="en-US" sz="1800" b="0" dirty="0"/>
              <a:t>월</a:t>
            </a:r>
            <a:r>
              <a:rPr lang="en-US" altLang="ko-KR" sz="1800" b="0" dirty="0"/>
              <a:t>, NIST</a:t>
            </a:r>
            <a:r>
              <a:rPr lang="ko-KR" altLang="en-US" sz="1800" b="0" dirty="0"/>
              <a:t>가 </a:t>
            </a:r>
            <a:r>
              <a:rPr lang="ko-KR" altLang="en-US" sz="1800" b="0" dirty="0" err="1"/>
              <a:t>양자내성</a:t>
            </a:r>
            <a:r>
              <a:rPr lang="en-US" altLang="ko-KR" sz="1800" b="0" dirty="0"/>
              <a:t>(post-quantum) </a:t>
            </a:r>
            <a:r>
              <a:rPr lang="ko-KR" altLang="en-US" sz="1800" b="0" dirty="0"/>
              <a:t>암호 표준을 발표</a:t>
            </a:r>
            <a:endParaRPr lang="en-US" altLang="ko-KR" sz="1800" b="0" dirty="0"/>
          </a:p>
          <a:p>
            <a:pPr marL="457200" lvl="1" indent="0">
              <a:buNone/>
            </a:pPr>
            <a:r>
              <a:rPr lang="en-US" altLang="ko-KR" dirty="0"/>
              <a:t>- </a:t>
            </a:r>
            <a:r>
              <a:rPr lang="ko-KR" altLang="en-US" dirty="0"/>
              <a:t>키</a:t>
            </a:r>
            <a:r>
              <a:rPr lang="en-US" altLang="ko-KR" dirty="0"/>
              <a:t> </a:t>
            </a:r>
            <a:r>
              <a:rPr lang="ko-KR" altLang="en-US" dirty="0"/>
              <a:t>캡슐화</a:t>
            </a:r>
            <a:r>
              <a:rPr lang="en-US" altLang="ko-KR" dirty="0"/>
              <a:t>(KEM) </a:t>
            </a:r>
            <a:r>
              <a:rPr lang="ko-KR" altLang="en-US" dirty="0"/>
              <a:t>표준</a:t>
            </a:r>
            <a:r>
              <a:rPr lang="en-US" altLang="ko-KR" dirty="0"/>
              <a:t>: FIPS 203 (ML-KEM, </a:t>
            </a:r>
            <a:r>
              <a:rPr lang="ko-KR" altLang="en-US" dirty="0"/>
              <a:t>옛 </a:t>
            </a:r>
            <a:r>
              <a:rPr lang="en-US" altLang="ko-KR" dirty="0"/>
              <a:t>Kyber)</a:t>
            </a:r>
          </a:p>
          <a:p>
            <a:pPr marL="457200" lvl="1" indent="0">
              <a:buNone/>
            </a:pPr>
            <a:r>
              <a:rPr lang="en-US" altLang="ko-KR" dirty="0"/>
              <a:t>- </a:t>
            </a:r>
            <a:r>
              <a:rPr lang="ko-KR" altLang="en-US" dirty="0"/>
              <a:t>전자서명 표준</a:t>
            </a:r>
            <a:r>
              <a:rPr lang="en-US" altLang="ko-KR" dirty="0"/>
              <a:t>: FIPS 204 (ML-DSA, </a:t>
            </a:r>
            <a:r>
              <a:rPr lang="ko-KR" altLang="en-US" dirty="0"/>
              <a:t>옛 </a:t>
            </a:r>
            <a:r>
              <a:rPr lang="en-US" altLang="ko-KR" dirty="0" err="1"/>
              <a:t>Dilithium</a:t>
            </a:r>
            <a:r>
              <a:rPr lang="en-US" altLang="ko-KR" dirty="0"/>
              <a:t>)</a:t>
            </a:r>
          </a:p>
          <a:p>
            <a:r>
              <a:rPr lang="en-US" altLang="ko-KR" sz="1800" b="0" dirty="0"/>
              <a:t>RSA</a:t>
            </a:r>
            <a:r>
              <a:rPr lang="ko-KR" altLang="ko-KR" sz="1800" b="0" dirty="0"/>
              <a:t>∙</a:t>
            </a:r>
            <a:r>
              <a:rPr lang="en-US" altLang="ko-KR" sz="1800" b="0" dirty="0"/>
              <a:t>ECC</a:t>
            </a:r>
            <a:r>
              <a:rPr lang="ko-KR" altLang="en-US" sz="1800" b="0" dirty="0"/>
              <a:t>는 양자 컴퓨터로 완전히 해독 가능하다는 사실이 이미 알려져 있음</a:t>
            </a:r>
            <a:endParaRPr lang="en-US" altLang="ko-KR" sz="1800" b="0" dirty="0"/>
          </a:p>
          <a:p>
            <a:pPr marL="457200" lvl="1" indent="0">
              <a:buNone/>
            </a:pPr>
            <a:r>
              <a:rPr lang="en-US" altLang="ko-KR" dirty="0"/>
              <a:t>- </a:t>
            </a:r>
            <a:r>
              <a:rPr lang="ko-KR" altLang="en-US" dirty="0" err="1"/>
              <a:t>양자내성</a:t>
            </a:r>
            <a:r>
              <a:rPr lang="ko-KR" altLang="en-US" dirty="0"/>
              <a:t> </a:t>
            </a:r>
            <a:r>
              <a:rPr lang="ko-KR" altLang="en-US" dirty="0" err="1"/>
              <a:t>스킴은</a:t>
            </a:r>
            <a:r>
              <a:rPr lang="ko-KR" altLang="en-US" dirty="0"/>
              <a:t> 이를 대체하기 위해 설계됨</a:t>
            </a:r>
            <a:endParaRPr lang="en-US" altLang="ko-KR" dirty="0"/>
          </a:p>
          <a:p>
            <a:r>
              <a:rPr lang="ko-KR" altLang="en-US" sz="1800" b="0" dirty="0"/>
              <a:t>양자 컴퓨터 실현 시점은 불확실하지만</a:t>
            </a:r>
            <a:r>
              <a:rPr lang="en-US" altLang="ko-KR" sz="1800" b="0" dirty="0"/>
              <a:t>, </a:t>
            </a:r>
            <a:r>
              <a:rPr lang="ko-KR" altLang="en-US" sz="1800" b="0" dirty="0"/>
              <a:t>전환 작업은 이미 가속화되는 중</a:t>
            </a:r>
            <a:endParaRPr lang="en-US" altLang="ko-KR" sz="1800" b="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CDF7416-988D-E82D-65AB-C253CAA84F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49085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B7C867-3C32-5E86-0682-961DF33604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270202E-7AEC-D0F9-8055-CB238B1AA8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0" dirty="0"/>
              <a:t>Kyber</a:t>
            </a:r>
            <a:r>
              <a:rPr lang="ko-KR" altLang="en-US" b="0" dirty="0"/>
              <a:t> </a:t>
            </a:r>
            <a:r>
              <a:rPr lang="en-US" altLang="ko-KR" b="0" dirty="0"/>
              <a:t>/</a:t>
            </a:r>
            <a:r>
              <a:rPr lang="ko-KR" altLang="en-US" b="0" dirty="0"/>
              <a:t> </a:t>
            </a:r>
            <a:r>
              <a:rPr lang="en-US" altLang="ko-KR" b="0" dirty="0" err="1"/>
              <a:t>Dilithium</a:t>
            </a:r>
            <a:r>
              <a:rPr lang="ko-KR" altLang="en-US" b="0" dirty="0"/>
              <a:t>의 안전성 근거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A480D82-4F99-3B74-3BAC-6501544671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4701089"/>
          </a:xfrm>
        </p:spPr>
        <p:txBody>
          <a:bodyPr>
            <a:normAutofit/>
          </a:bodyPr>
          <a:lstStyle/>
          <a:p>
            <a:r>
              <a:rPr lang="ko-KR" altLang="en-US" sz="1800" b="0" dirty="0"/>
              <a:t>향후 가장 널리 배포될 것으로 예상되는 </a:t>
            </a:r>
            <a:r>
              <a:rPr lang="en-US" altLang="ko-KR" sz="1800" b="0" dirty="0"/>
              <a:t>PQC </a:t>
            </a:r>
            <a:r>
              <a:rPr lang="ko-KR" altLang="en-US" sz="1800" b="0" dirty="0" err="1"/>
              <a:t>스킴</a:t>
            </a:r>
            <a:r>
              <a:rPr lang="en-US" altLang="ko-KR" sz="1800" b="0" dirty="0"/>
              <a:t>: Kyber, </a:t>
            </a:r>
            <a:r>
              <a:rPr lang="en-US" altLang="ko-KR" sz="1800" b="0" dirty="0" err="1"/>
              <a:t>Dilithium</a:t>
            </a:r>
            <a:endParaRPr lang="en-US" altLang="ko-KR" sz="1800" b="0" dirty="0"/>
          </a:p>
          <a:p>
            <a:r>
              <a:rPr lang="en-US" altLang="ko-KR" sz="1800" b="0" dirty="0"/>
              <a:t>Kyber (ML-KEM) </a:t>
            </a:r>
          </a:p>
          <a:p>
            <a:pPr marL="457200" lvl="1" indent="0">
              <a:buNone/>
            </a:pPr>
            <a:r>
              <a:rPr lang="en-US" altLang="ko-KR" dirty="0"/>
              <a:t>→ D-MLWE (Decisional Module-Learning</a:t>
            </a:r>
            <a:r>
              <a:rPr lang="ko-KR" altLang="en-US" dirty="0"/>
              <a:t> </a:t>
            </a:r>
            <a:r>
              <a:rPr lang="en-US" altLang="ko-KR" dirty="0"/>
              <a:t>With Errors) </a:t>
            </a:r>
            <a:r>
              <a:rPr lang="ko-KR" altLang="en-US" dirty="0"/>
              <a:t>문제의 어려움에 근거</a:t>
            </a:r>
            <a:endParaRPr lang="en-US" altLang="ko-KR" dirty="0"/>
          </a:p>
          <a:p>
            <a:r>
              <a:rPr lang="en-US" altLang="ko-KR" sz="1800" b="0" dirty="0" err="1"/>
              <a:t>Dilithium</a:t>
            </a:r>
            <a:r>
              <a:rPr lang="en-US" altLang="ko-KR" sz="1800" b="0" dirty="0"/>
              <a:t> (ML-DSA) </a:t>
            </a:r>
          </a:p>
          <a:p>
            <a:pPr marL="457200" lvl="1" indent="0">
              <a:buNone/>
            </a:pPr>
            <a:r>
              <a:rPr lang="ko-KR" altLang="en-US" dirty="0">
                <a:solidFill>
                  <a:srgbClr val="2B2B2B"/>
                </a:solidFill>
                <a:latin typeface="맑은 고딕"/>
                <a:ea typeface="맑은 고딕"/>
              </a:rPr>
              <a:t>→ </a:t>
            </a:r>
            <a:r>
              <a:rPr lang="en-US" altLang="ko-KR" dirty="0">
                <a:solidFill>
                  <a:srgbClr val="2B2B2B"/>
                </a:solidFill>
                <a:latin typeface="맑은 고딕"/>
                <a:ea typeface="맑은 고딕"/>
              </a:rPr>
              <a:t>D-MLWE + MSIS (Module-Short Integer Solution) </a:t>
            </a:r>
            <a:r>
              <a:rPr lang="ko-KR" altLang="en-US" dirty="0">
                <a:solidFill>
                  <a:srgbClr val="2B2B2B"/>
                </a:solidFill>
                <a:latin typeface="맑은 고딕"/>
                <a:ea typeface="맑은 고딕"/>
              </a:rPr>
              <a:t>문제의 어려움에 근거</a:t>
            </a:r>
            <a:endParaRPr lang="en-US" altLang="ko-KR" dirty="0">
              <a:solidFill>
                <a:srgbClr val="2B2B2B"/>
              </a:solidFill>
              <a:latin typeface="맑은 고딕"/>
              <a:ea typeface="맑은 고딕"/>
            </a:endParaRPr>
          </a:p>
          <a:p>
            <a:r>
              <a:rPr lang="ko-KR" altLang="en-US" sz="1800" b="0" dirty="0">
                <a:solidFill>
                  <a:srgbClr val="2B2B2B"/>
                </a:solidFill>
                <a:latin typeface="맑은 고딕"/>
                <a:ea typeface="맑은 고딕"/>
              </a:rPr>
              <a:t>기존 </a:t>
            </a:r>
            <a:r>
              <a:rPr lang="en-US" altLang="ko-KR" sz="1800" b="0" dirty="0">
                <a:solidFill>
                  <a:srgbClr val="2B2B2B"/>
                </a:solidFill>
                <a:latin typeface="맑은 고딕"/>
                <a:ea typeface="맑은 고딕"/>
              </a:rPr>
              <a:t>Kyber and </a:t>
            </a:r>
            <a:r>
              <a:rPr lang="en-US" altLang="ko-KR" sz="1800" b="0" dirty="0" err="1">
                <a:solidFill>
                  <a:srgbClr val="2B2B2B"/>
                </a:solidFill>
                <a:latin typeface="맑은 고딕"/>
                <a:ea typeface="맑은 고딕"/>
              </a:rPr>
              <a:t>Dilithium</a:t>
            </a:r>
            <a:r>
              <a:rPr lang="en-US" altLang="ko-KR" sz="1800" b="0" dirty="0">
                <a:solidFill>
                  <a:srgbClr val="2B2B2B"/>
                </a:solidFill>
                <a:latin typeface="맑은 고딕"/>
                <a:ea typeface="맑은 고딕"/>
              </a:rPr>
              <a:t> </a:t>
            </a:r>
            <a:r>
              <a:rPr lang="ko-KR" altLang="en-US" sz="1800" b="0" dirty="0">
                <a:solidFill>
                  <a:srgbClr val="2B2B2B"/>
                </a:solidFill>
                <a:latin typeface="맑은 고딕"/>
                <a:ea typeface="맑은 고딕"/>
              </a:rPr>
              <a:t>코스는 </a:t>
            </a:r>
            <a:r>
              <a:rPr lang="en-US" altLang="ko-KR" sz="1800" b="0" dirty="0">
                <a:solidFill>
                  <a:srgbClr val="2B2B2B"/>
                </a:solidFill>
                <a:latin typeface="맑은 고딕"/>
                <a:ea typeface="맑은 고딕"/>
              </a:rPr>
              <a:t>FIPS 203/204</a:t>
            </a:r>
            <a:r>
              <a:rPr lang="ko-KR" altLang="en-US" sz="1800" b="0" dirty="0">
                <a:solidFill>
                  <a:srgbClr val="2B2B2B"/>
                </a:solidFill>
                <a:latin typeface="맑은 고딕"/>
                <a:ea typeface="맑은 고딕"/>
              </a:rPr>
              <a:t>에 따른 두 </a:t>
            </a:r>
            <a:r>
              <a:rPr lang="ko-KR" altLang="en-US" sz="1800" b="0" dirty="0" err="1">
                <a:solidFill>
                  <a:srgbClr val="2B2B2B"/>
                </a:solidFill>
                <a:latin typeface="맑은 고딕"/>
                <a:ea typeface="맑은 고딕"/>
              </a:rPr>
              <a:t>스킴의</a:t>
            </a:r>
            <a:r>
              <a:rPr lang="ko-KR" altLang="en-US" sz="1800" b="0" dirty="0">
                <a:solidFill>
                  <a:srgbClr val="2B2B2B"/>
                </a:solidFill>
                <a:latin typeface="맑은 고딕"/>
                <a:ea typeface="맑은 고딕"/>
              </a:rPr>
              <a:t> 구체적 구성은 다뤘지만</a:t>
            </a:r>
            <a:r>
              <a:rPr lang="en-US" altLang="ko-KR" sz="1800" b="0" dirty="0">
                <a:solidFill>
                  <a:srgbClr val="2B2B2B"/>
                </a:solidFill>
                <a:latin typeface="맑은 고딕"/>
                <a:ea typeface="맑은 고딕"/>
              </a:rPr>
              <a:t>, </a:t>
            </a:r>
            <a:r>
              <a:rPr lang="ko-KR" altLang="en-US" sz="1800" b="0" dirty="0">
                <a:solidFill>
                  <a:srgbClr val="2B2B2B"/>
                </a:solidFill>
                <a:latin typeface="맑은 고딕"/>
                <a:ea typeface="맑은 고딕"/>
              </a:rPr>
              <a:t>격자와의 연결은 설명하지 않음</a:t>
            </a:r>
            <a:endParaRPr lang="en-US" altLang="ko-KR" sz="1800" b="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2DC7FFA-089C-5605-FE0B-193F49BF1D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058273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290C0F-DAAD-C574-C2CA-A1D4D25390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25FF023-1692-0735-9330-CE29904148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0" dirty="0"/>
              <a:t>Lattice-Based Cryptography</a:t>
            </a:r>
            <a:r>
              <a:rPr lang="ko-KR" altLang="en-US" b="0" dirty="0"/>
              <a:t>의 목적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5F5C406-3736-3A13-06C5-81D1145630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4701089"/>
          </a:xfrm>
        </p:spPr>
        <p:txBody>
          <a:bodyPr>
            <a:normAutofit/>
          </a:bodyPr>
          <a:lstStyle/>
          <a:p>
            <a:r>
              <a:rPr lang="ko-KR" altLang="en-US" sz="1800" b="0" dirty="0"/>
              <a:t>목적</a:t>
            </a:r>
            <a:r>
              <a:rPr lang="en-US" altLang="ko-KR" sz="1800" b="0" dirty="0"/>
              <a:t>: “MLWE</a:t>
            </a:r>
            <a:r>
              <a:rPr lang="ko-KR" altLang="en-US" sz="1800" b="0" dirty="0"/>
              <a:t>와 </a:t>
            </a:r>
            <a:r>
              <a:rPr lang="en-US" altLang="ko-KR" sz="1800" b="0" dirty="0"/>
              <a:t>MSIS</a:t>
            </a:r>
            <a:r>
              <a:rPr lang="ko-KR" altLang="en-US" sz="1800" b="0" dirty="0"/>
              <a:t>가 왜 격자 문제로 볼 수 있는가</a:t>
            </a:r>
            <a:r>
              <a:rPr lang="en-US" altLang="ko-KR" sz="1800" b="0" dirty="0"/>
              <a:t>?”</a:t>
            </a:r>
            <a:r>
              <a:rPr lang="ko-KR" altLang="en-US" sz="1800" b="0" dirty="0"/>
              <a:t>를 규명</a:t>
            </a:r>
            <a:endParaRPr lang="en-US" altLang="ko-KR" sz="1800" b="0" dirty="0"/>
          </a:p>
          <a:p>
            <a:r>
              <a:rPr lang="ko-KR" altLang="en-US" sz="1800" b="0" dirty="0"/>
              <a:t>결과적으로 </a:t>
            </a:r>
            <a:r>
              <a:rPr lang="en-US" altLang="ko-KR" sz="1800" b="0" dirty="0"/>
              <a:t>Kyber</a:t>
            </a:r>
            <a:r>
              <a:rPr lang="ko-KR" altLang="en-US" sz="1800" b="0" dirty="0"/>
              <a:t>와 </a:t>
            </a:r>
            <a:r>
              <a:rPr lang="en-US" altLang="ko-KR" sz="1800" b="0" dirty="0" err="1"/>
              <a:t>Dilithium</a:t>
            </a:r>
            <a:r>
              <a:rPr lang="ko-KR" altLang="en-US" sz="1800" b="0" dirty="0"/>
              <a:t>을 </a:t>
            </a:r>
            <a:r>
              <a:rPr lang="en-US" altLang="ko-KR" sz="1800" b="0" dirty="0"/>
              <a:t>“lattice-based cryptography”</a:t>
            </a:r>
            <a:r>
              <a:rPr lang="ko-KR" altLang="en-US" sz="1800" b="0" dirty="0"/>
              <a:t>라 부를 수 있는 수학적 근거를 확보</a:t>
            </a:r>
            <a:endParaRPr lang="en-US" altLang="ko-KR" sz="1800" b="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489C5F7-C001-0A84-8A5C-D0D04F6D6D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11965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AC7D65-A56B-DA3E-668A-86397F3043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A7E7C9-0C84-A1C3-0043-30CF61F35E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0" dirty="0"/>
              <a:t>Lattice-Based Cryptography</a:t>
            </a:r>
            <a:r>
              <a:rPr lang="ko-KR" altLang="en-US" b="0" dirty="0"/>
              <a:t>의 흐름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16FE704-43F9-CDFC-48D4-0D9627AB20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429000"/>
            <a:ext cx="10515600" cy="2567411"/>
          </a:xfrm>
        </p:spPr>
        <p:txBody>
          <a:bodyPr>
            <a:normAutofit/>
          </a:bodyPr>
          <a:lstStyle/>
          <a:p>
            <a:r>
              <a:rPr lang="en-US" altLang="ko-KR" sz="1800" b="0" dirty="0"/>
              <a:t>SIS-LWE</a:t>
            </a:r>
            <a:r>
              <a:rPr lang="ko-KR" altLang="en-US" sz="1800" b="0" dirty="0"/>
              <a:t>를 각각 배운 뒤</a:t>
            </a:r>
            <a:r>
              <a:rPr lang="en-US" altLang="ko-KR" sz="1800" b="0" dirty="0"/>
              <a:t>(2~3</a:t>
            </a:r>
            <a:r>
              <a:rPr lang="ko-KR" altLang="en-US" sz="1800" b="0" dirty="0"/>
              <a:t>강</a:t>
            </a:r>
            <a:r>
              <a:rPr lang="en-US" altLang="ko-KR" sz="1800" b="0" dirty="0"/>
              <a:t>) </a:t>
            </a:r>
            <a:r>
              <a:rPr lang="ko-KR" altLang="en-US" sz="1800" b="0" dirty="0"/>
              <a:t>격자와 연결하고</a:t>
            </a:r>
            <a:r>
              <a:rPr lang="en-US" altLang="ko-KR" sz="1800" b="0" dirty="0"/>
              <a:t>(4~5</a:t>
            </a:r>
            <a:r>
              <a:rPr lang="ko-KR" altLang="en-US" sz="1800" b="0" dirty="0"/>
              <a:t>강</a:t>
            </a:r>
            <a:r>
              <a:rPr lang="en-US" altLang="ko-KR" sz="1800" b="0" dirty="0"/>
              <a:t>)</a:t>
            </a:r>
          </a:p>
          <a:p>
            <a:r>
              <a:rPr lang="en-US" altLang="ko-KR" sz="1800" b="0" dirty="0"/>
              <a:t>Ring-Module </a:t>
            </a:r>
            <a:r>
              <a:rPr lang="ko-KR" altLang="en-US" sz="1800" b="0" dirty="0"/>
              <a:t>구조로 일반화하여</a:t>
            </a:r>
            <a:r>
              <a:rPr lang="en-US" altLang="ko-KR" sz="1800" b="0" dirty="0"/>
              <a:t>(6~7</a:t>
            </a:r>
            <a:r>
              <a:rPr lang="ko-KR" altLang="en-US" sz="1800" b="0" dirty="0"/>
              <a:t>강</a:t>
            </a:r>
            <a:r>
              <a:rPr lang="en-US" altLang="ko-KR" sz="1800" b="0" dirty="0"/>
              <a:t>) Kyber/</a:t>
            </a:r>
            <a:r>
              <a:rPr lang="en-US" altLang="ko-KR" sz="1800" b="0" dirty="0" err="1"/>
              <a:t>Dilithium</a:t>
            </a:r>
            <a:r>
              <a:rPr lang="ko-KR" altLang="en-US" sz="1800" b="0" dirty="0"/>
              <a:t>이 사용하는 </a:t>
            </a:r>
            <a:r>
              <a:rPr lang="en-US" altLang="ko-KR" sz="1800" b="0" dirty="0"/>
              <a:t>MSIS-MLWE</a:t>
            </a:r>
            <a:r>
              <a:rPr lang="ko-KR" altLang="en-US" sz="1800" b="0" dirty="0"/>
              <a:t>에 최종 도달</a:t>
            </a:r>
            <a:endParaRPr lang="en-US" altLang="ko-KR" sz="1800" b="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1F258E6-0742-AE72-0350-BF159C29AC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25DA4AB-44AD-081A-2EFB-8C4BE05FC7B1}"/>
              </a:ext>
            </a:extLst>
          </p:cNvPr>
          <p:cNvSpPr/>
          <p:nvPr/>
        </p:nvSpPr>
        <p:spPr>
          <a:xfrm>
            <a:off x="641451" y="1783080"/>
            <a:ext cx="1417320" cy="1051560"/>
          </a:xfrm>
          <a:prstGeom prst="roundRect">
            <a:avLst/>
          </a:prstGeom>
          <a:solidFill>
            <a:srgbClr val="3B6EA5"/>
          </a:solidFill>
          <a:ln w="12700">
            <a:solidFill>
              <a:srgbClr val="3B6E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 dirty="0">
                <a:solidFill>
                  <a:srgbClr val="FFFFFF"/>
                </a:solidFill>
                <a:latin typeface="맑은 고딕"/>
                <a:ea typeface="맑은 고딕"/>
              </a:rPr>
              <a:t>1. Introduction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D8238C0-738F-E8ED-D9BE-3E0003277D95}"/>
              </a:ext>
            </a:extLst>
          </p:cNvPr>
          <p:cNvSpPr txBox="1"/>
          <p:nvPr/>
        </p:nvSpPr>
        <p:spPr>
          <a:xfrm>
            <a:off x="2024689" y="2178055"/>
            <a:ext cx="232756" cy="26161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3B6EA5"/>
                </a:solidFill>
                <a:latin typeface="맑은 고딕"/>
                <a:ea typeface="맑은 고딕"/>
              </a:rPr>
              <a:t>›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B9CF83BE-9E5F-AA14-811B-4E7D8B5D167D}"/>
              </a:ext>
            </a:extLst>
          </p:cNvPr>
          <p:cNvSpPr/>
          <p:nvPr/>
        </p:nvSpPr>
        <p:spPr>
          <a:xfrm>
            <a:off x="2223363" y="1783080"/>
            <a:ext cx="2999232" cy="1051560"/>
          </a:xfrm>
          <a:prstGeom prst="roundRect">
            <a:avLst/>
          </a:prstGeom>
          <a:solidFill>
            <a:srgbClr val="E8F0F7"/>
          </a:solidFill>
          <a:ln w="12700">
            <a:solidFill>
              <a:srgbClr val="3B6E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1B2A4A"/>
                </a:solidFill>
                <a:latin typeface="맑은 고딕"/>
                <a:ea typeface="맑은 고딕"/>
              </a:rPr>
              <a:t>2. SIS  ·  3. LWE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A938E2F-5A40-54E4-4599-57D4AC07764C}"/>
              </a:ext>
            </a:extLst>
          </p:cNvPr>
          <p:cNvSpPr txBox="1"/>
          <p:nvPr/>
        </p:nvSpPr>
        <p:spPr>
          <a:xfrm>
            <a:off x="5188513" y="2178055"/>
            <a:ext cx="232756" cy="26161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3B6EA5"/>
                </a:solidFill>
                <a:latin typeface="맑은 고딕"/>
                <a:ea typeface="맑은 고딕"/>
              </a:rPr>
              <a:t>›</a:t>
            </a:r>
          </a:p>
        </p:txBody>
      </p:sp>
      <p:sp>
        <p:nvSpPr>
          <p:cNvPr id="9" name="Rounded Rectangle 10">
            <a:extLst>
              <a:ext uri="{FF2B5EF4-FFF2-40B4-BE49-F238E27FC236}">
                <a16:creationId xmlns:a16="http://schemas.microsoft.com/office/drawing/2014/main" id="{084A08F1-C786-AE25-9543-729B1DCA9206}"/>
              </a:ext>
            </a:extLst>
          </p:cNvPr>
          <p:cNvSpPr/>
          <p:nvPr/>
        </p:nvSpPr>
        <p:spPr>
          <a:xfrm>
            <a:off x="5387187" y="1783080"/>
            <a:ext cx="1417320" cy="1051560"/>
          </a:xfrm>
          <a:prstGeom prst="roundRect">
            <a:avLst/>
          </a:prstGeom>
          <a:solidFill>
            <a:srgbClr val="E8F0F7"/>
          </a:solidFill>
          <a:ln w="12700">
            <a:solidFill>
              <a:srgbClr val="3B6E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1B2A4A"/>
                </a:solidFill>
                <a:latin typeface="맑은 고딕"/>
                <a:ea typeface="맑은 고딕"/>
              </a:rPr>
              <a:t>4. Lattices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B4D425-67C2-B4D8-E49F-E4F8977470A9}"/>
              </a:ext>
            </a:extLst>
          </p:cNvPr>
          <p:cNvSpPr txBox="1"/>
          <p:nvPr/>
        </p:nvSpPr>
        <p:spPr>
          <a:xfrm>
            <a:off x="6770425" y="2178055"/>
            <a:ext cx="232756" cy="26161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3B6EA5"/>
                </a:solidFill>
                <a:latin typeface="맑은 고딕"/>
                <a:ea typeface="맑은 고딕"/>
              </a:rPr>
              <a:t>›</a:t>
            </a:r>
          </a:p>
        </p:txBody>
      </p:sp>
      <p:sp>
        <p:nvSpPr>
          <p:cNvPr id="11" name="Rounded Rectangle 12">
            <a:extLst>
              <a:ext uri="{FF2B5EF4-FFF2-40B4-BE49-F238E27FC236}">
                <a16:creationId xmlns:a16="http://schemas.microsoft.com/office/drawing/2014/main" id="{9F6CC274-4EBA-CB91-2782-1F5BCEE24D05}"/>
              </a:ext>
            </a:extLst>
          </p:cNvPr>
          <p:cNvSpPr/>
          <p:nvPr/>
        </p:nvSpPr>
        <p:spPr>
          <a:xfrm>
            <a:off x="6969099" y="1783080"/>
            <a:ext cx="1417320" cy="1051560"/>
          </a:xfrm>
          <a:prstGeom prst="roundRect">
            <a:avLst/>
          </a:prstGeom>
          <a:solidFill>
            <a:srgbClr val="E8F0F7"/>
          </a:solidFill>
          <a:ln w="12700">
            <a:solidFill>
              <a:srgbClr val="3B6E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1B2A4A"/>
                </a:solidFill>
                <a:latin typeface="맑은 고딕"/>
                <a:ea typeface="맑은 고딕"/>
              </a:rPr>
              <a:t>5. SIS/LWE and Lattices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0951B74-7C71-49EE-F317-D741B3F7CD91}"/>
              </a:ext>
            </a:extLst>
          </p:cNvPr>
          <p:cNvSpPr txBox="1"/>
          <p:nvPr/>
        </p:nvSpPr>
        <p:spPr>
          <a:xfrm>
            <a:off x="8352337" y="2178055"/>
            <a:ext cx="232756" cy="26161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3B6EA5"/>
                </a:solidFill>
                <a:latin typeface="맑은 고딕"/>
                <a:ea typeface="맑은 고딕"/>
              </a:rPr>
              <a:t>›</a:t>
            </a:r>
          </a:p>
        </p:txBody>
      </p:sp>
      <p:sp>
        <p:nvSpPr>
          <p:cNvPr id="13" name="Rounded Rectangle 14">
            <a:extLst>
              <a:ext uri="{FF2B5EF4-FFF2-40B4-BE49-F238E27FC236}">
                <a16:creationId xmlns:a16="http://schemas.microsoft.com/office/drawing/2014/main" id="{221325A6-7421-FB68-56F2-167344D3C938}"/>
              </a:ext>
            </a:extLst>
          </p:cNvPr>
          <p:cNvSpPr/>
          <p:nvPr/>
        </p:nvSpPr>
        <p:spPr>
          <a:xfrm>
            <a:off x="8551011" y="1783080"/>
            <a:ext cx="1417320" cy="1051560"/>
          </a:xfrm>
          <a:prstGeom prst="roundRect">
            <a:avLst/>
          </a:prstGeom>
          <a:solidFill>
            <a:srgbClr val="E8F0F7"/>
          </a:solidFill>
          <a:ln w="12700">
            <a:solidFill>
              <a:srgbClr val="3B6E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1B2A4A"/>
                </a:solidFill>
                <a:latin typeface="맑은 고딕"/>
                <a:ea typeface="맑은 고딕"/>
              </a:rPr>
              <a:t>6. Ring-SIS and Ring-LWE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56175C6-2702-46BF-CE7D-41C751163AFE}"/>
              </a:ext>
            </a:extLst>
          </p:cNvPr>
          <p:cNvSpPr txBox="1"/>
          <p:nvPr/>
        </p:nvSpPr>
        <p:spPr>
          <a:xfrm>
            <a:off x="9934249" y="2178055"/>
            <a:ext cx="232756" cy="26161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3B6EA5"/>
                </a:solidFill>
                <a:latin typeface="맑은 고딕"/>
                <a:ea typeface="맑은 고딕"/>
              </a:rPr>
              <a:t>›</a:t>
            </a:r>
          </a:p>
        </p:txBody>
      </p:sp>
      <p:sp>
        <p:nvSpPr>
          <p:cNvPr id="15" name="Rounded Rectangle 16">
            <a:extLst>
              <a:ext uri="{FF2B5EF4-FFF2-40B4-BE49-F238E27FC236}">
                <a16:creationId xmlns:a16="http://schemas.microsoft.com/office/drawing/2014/main" id="{7B97B0E4-BA42-EF0D-0022-5575F626E37C}"/>
              </a:ext>
            </a:extLst>
          </p:cNvPr>
          <p:cNvSpPr/>
          <p:nvPr/>
        </p:nvSpPr>
        <p:spPr>
          <a:xfrm>
            <a:off x="10132923" y="1783080"/>
            <a:ext cx="1417320" cy="1051560"/>
          </a:xfrm>
          <a:prstGeom prst="roundRect">
            <a:avLst/>
          </a:prstGeom>
          <a:solidFill>
            <a:srgbClr val="E8F0F7"/>
          </a:solidFill>
          <a:ln w="12700">
            <a:solidFill>
              <a:srgbClr val="3B6E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1B2A4A"/>
                </a:solidFill>
                <a:latin typeface="맑은 고딕"/>
                <a:ea typeface="맑은 고딕"/>
              </a:rPr>
              <a:t>7. Module-SIS and Module-LWE</a:t>
            </a:r>
          </a:p>
        </p:txBody>
      </p:sp>
    </p:spTree>
    <p:extLst>
      <p:ext uri="{BB962C8B-B14F-4D97-AF65-F5344CB8AC3E}">
        <p14:creationId xmlns:p14="http://schemas.microsoft.com/office/powerpoint/2010/main" val="41546314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PQC Navy">
      <a:dk1>
        <a:srgbClr val="0F2540"/>
      </a:dk1>
      <a:lt1>
        <a:srgbClr val="FFFFFF"/>
      </a:lt1>
      <a:dk2>
        <a:srgbClr val="0A1B2E"/>
      </a:dk2>
      <a:lt2>
        <a:srgbClr val="EEF3F7"/>
      </a:lt2>
      <a:accent1>
        <a:srgbClr val="2EC4D9"/>
      </a:accent1>
      <a:accent2>
        <a:srgbClr val="1B4B7A"/>
      </a:accent2>
      <a:accent3>
        <a:srgbClr val="5A7A96"/>
      </a:accent3>
      <a:accent4>
        <a:srgbClr val="F2A65A"/>
      </a:accent4>
      <a:accent5>
        <a:srgbClr val="8FB8C9"/>
      </a:accent5>
      <a:accent6>
        <a:srgbClr val="3F8F7A"/>
      </a:accent6>
      <a:hlink>
        <a:srgbClr val="1B7FA8"/>
      </a:hlink>
      <a:folHlink>
        <a:srgbClr val="5A7A96"/>
      </a:folHlink>
    </a:clrScheme>
    <a:fontScheme name="PQC">
      <a:majorFont>
        <a:latin typeface="Segoe UI" panose="020B05020402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 panose="020B05020402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3">
          <a:schemeClr val="lt1"/>
        </a:lnRef>
        <a:fillRef idx="1">
          <a:schemeClr val="accent6"/>
        </a:fillRef>
        <a:effectRef idx="1">
          <a:schemeClr val="accent6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3314</TotalTime>
  <Words>595</Words>
  <Application>Microsoft Office PowerPoint</Application>
  <PresentationFormat>와이드스크린</PresentationFormat>
  <Paragraphs>147</Paragraphs>
  <Slides>10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3" baseType="lpstr">
      <vt:lpstr>맑은 고딕</vt:lpstr>
      <vt:lpstr>Arial</vt:lpstr>
      <vt:lpstr>Office 테마</vt:lpstr>
      <vt:lpstr>Post-Quantum Cryptography</vt:lpstr>
      <vt:lpstr>Plan</vt:lpstr>
      <vt:lpstr>전체 커리귤럼 구성</vt:lpstr>
      <vt:lpstr>일정 구성 원칙</vt:lpstr>
      <vt:lpstr>학습 일정표</vt:lpstr>
      <vt:lpstr>Introduction</vt:lpstr>
      <vt:lpstr>PQC 배경</vt:lpstr>
      <vt:lpstr>Kyber / Dilithium의 안전성 근거</vt:lpstr>
      <vt:lpstr>Lattice-Based Cryptography의 목적</vt:lpstr>
      <vt:lpstr>Lattice-Based Cryptography의 흐름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규빈 박</dc:creator>
  <cp:lastModifiedBy>규빈 박</cp:lastModifiedBy>
  <cp:revision>704</cp:revision>
  <dcterms:created xsi:type="dcterms:W3CDTF">2026-03-17T05:07:50Z</dcterms:created>
  <dcterms:modified xsi:type="dcterms:W3CDTF">2026-07-29T06:56:11Z</dcterms:modified>
</cp:coreProperties>
</file>