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/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3314</TotalTime>
  <Words>595</Words>
  <Application>Microsoft Office PowerPoint</Application>
  <PresentationFormat>와이드스크린</PresentationFormat>
  <Paragraphs>147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Post-Quantum Cryptography</vt:lpstr>
      <vt:lpstr>Plan</vt:lpstr>
      <vt:lpstr>전체 커리귤럼 구성</vt:lpstr>
      <vt:lpstr>일정 구성 원칙</vt:lpstr>
      <vt:lpstr>학습 일정표</vt:lpstr>
      <vt:lpstr>Introduction</vt:lpstr>
      <vt:lpstr>PQC 배경</vt:lpstr>
      <vt:lpstr>Kyber / Dilithium의 안전성 근거</vt:lpstr>
      <vt:lpstr>Lattice-Based Cryptography의 목적</vt:lpstr>
      <vt:lpstr>Lattice-Based Cryptography의 흐름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704</cp:revision>
  <dcterms:created xsi:type="dcterms:W3CDTF">2026-03-17T05:07:50Z</dcterms:created>
  <dcterms:modified xsi:type="dcterms:W3CDTF">2026-07-29T06:56:11Z</dcterms:modified>
</cp:coreProperties>
</file>