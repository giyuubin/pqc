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/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grpSp>
        <p:nvGrpSpPr>
          <p:cNvPr id="200" name="격자 패턴"/>
          <p:cNvGrpSpPr/>
          <p:nvPr userDrawn="1"/>
        </p:nvGrpSpPr>
        <p:grpSpPr>
          <a:xfrm>
            <a:off x="9900000" y="4700000"/>
            <a:ext cx="2108200" cy="2108200"/>
            <a:chOff x="9900000" y="4700000"/>
            <a:chExt cx="2108200" cy="2108200"/>
          </a:xfrm>
        </p:grpSpPr>
        <p:sp>
          <p:nvSpPr>
            <p:cNvPr id="201" name="점 201"/>
            <p:cNvSpPr/>
            <p:nvPr userDrawn="1"/>
          </p:nvSpPr>
          <p:spPr>
            <a:xfrm>
              <a:off x="990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2" name="점 202"/>
            <p:cNvSpPr/>
            <p:nvPr userDrawn="1"/>
          </p:nvSpPr>
          <p:spPr>
            <a:xfrm>
              <a:off x="1015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3" name="점 203"/>
            <p:cNvSpPr/>
            <p:nvPr userDrawn="1"/>
          </p:nvSpPr>
          <p:spPr>
            <a:xfrm>
              <a:off x="1040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4" name="점 204"/>
            <p:cNvSpPr/>
            <p:nvPr userDrawn="1"/>
          </p:nvSpPr>
          <p:spPr>
            <a:xfrm>
              <a:off x="1066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5" name="점 205"/>
            <p:cNvSpPr/>
            <p:nvPr userDrawn="1"/>
          </p:nvSpPr>
          <p:spPr>
            <a:xfrm>
              <a:off x="10916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6" name="점 206"/>
            <p:cNvSpPr/>
            <p:nvPr userDrawn="1"/>
          </p:nvSpPr>
          <p:spPr>
            <a:xfrm>
              <a:off x="1117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7" name="점 207"/>
            <p:cNvSpPr/>
            <p:nvPr userDrawn="1"/>
          </p:nvSpPr>
          <p:spPr>
            <a:xfrm>
              <a:off x="1142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8" name="점 208"/>
            <p:cNvSpPr/>
            <p:nvPr userDrawn="1"/>
          </p:nvSpPr>
          <p:spPr>
            <a:xfrm>
              <a:off x="1167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09" name="점 209"/>
            <p:cNvSpPr/>
            <p:nvPr userDrawn="1"/>
          </p:nvSpPr>
          <p:spPr>
            <a:xfrm>
              <a:off x="1193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0" name="점 210"/>
            <p:cNvSpPr/>
            <p:nvPr userDrawn="1"/>
          </p:nvSpPr>
          <p:spPr>
            <a:xfrm>
              <a:off x="9900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1" name="점 211"/>
            <p:cNvSpPr/>
            <p:nvPr userDrawn="1"/>
          </p:nvSpPr>
          <p:spPr>
            <a:xfrm>
              <a:off x="1015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2" name="점 212"/>
            <p:cNvSpPr/>
            <p:nvPr userDrawn="1"/>
          </p:nvSpPr>
          <p:spPr>
            <a:xfrm>
              <a:off x="1040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3" name="점 213"/>
            <p:cNvSpPr/>
            <p:nvPr userDrawn="1"/>
          </p:nvSpPr>
          <p:spPr>
            <a:xfrm>
              <a:off x="1066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4" name="점 214"/>
            <p:cNvSpPr/>
            <p:nvPr userDrawn="1"/>
          </p:nvSpPr>
          <p:spPr>
            <a:xfrm>
              <a:off x="10916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5" name="점 215"/>
            <p:cNvSpPr/>
            <p:nvPr userDrawn="1"/>
          </p:nvSpPr>
          <p:spPr>
            <a:xfrm>
              <a:off x="11170000" y="4954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6" name="점 216"/>
            <p:cNvSpPr/>
            <p:nvPr userDrawn="1"/>
          </p:nvSpPr>
          <p:spPr>
            <a:xfrm>
              <a:off x="1142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7" name="점 217"/>
            <p:cNvSpPr/>
            <p:nvPr userDrawn="1"/>
          </p:nvSpPr>
          <p:spPr>
            <a:xfrm>
              <a:off x="1167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8" name="점 218"/>
            <p:cNvSpPr/>
            <p:nvPr userDrawn="1"/>
          </p:nvSpPr>
          <p:spPr>
            <a:xfrm>
              <a:off x="1193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19" name="점 219"/>
            <p:cNvSpPr/>
            <p:nvPr userDrawn="1"/>
          </p:nvSpPr>
          <p:spPr>
            <a:xfrm>
              <a:off x="990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0" name="점 220"/>
            <p:cNvSpPr/>
            <p:nvPr userDrawn="1"/>
          </p:nvSpPr>
          <p:spPr>
            <a:xfrm>
              <a:off x="1015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1" name="점 221"/>
            <p:cNvSpPr/>
            <p:nvPr userDrawn="1"/>
          </p:nvSpPr>
          <p:spPr>
            <a:xfrm>
              <a:off x="1040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2" name="점 222"/>
            <p:cNvSpPr/>
            <p:nvPr userDrawn="1"/>
          </p:nvSpPr>
          <p:spPr>
            <a:xfrm>
              <a:off x="1066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3" name="점 223"/>
            <p:cNvSpPr/>
            <p:nvPr userDrawn="1"/>
          </p:nvSpPr>
          <p:spPr>
            <a:xfrm>
              <a:off x="10916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4" name="점 224"/>
            <p:cNvSpPr/>
            <p:nvPr userDrawn="1"/>
          </p:nvSpPr>
          <p:spPr>
            <a:xfrm>
              <a:off x="1117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5" name="점 225"/>
            <p:cNvSpPr/>
            <p:nvPr userDrawn="1"/>
          </p:nvSpPr>
          <p:spPr>
            <a:xfrm>
              <a:off x="1142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6" name="점 226"/>
            <p:cNvSpPr/>
            <p:nvPr userDrawn="1"/>
          </p:nvSpPr>
          <p:spPr>
            <a:xfrm>
              <a:off x="1167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7" name="점 227"/>
            <p:cNvSpPr/>
            <p:nvPr userDrawn="1"/>
          </p:nvSpPr>
          <p:spPr>
            <a:xfrm>
              <a:off x="1193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8" name="점 228"/>
            <p:cNvSpPr/>
            <p:nvPr userDrawn="1"/>
          </p:nvSpPr>
          <p:spPr>
            <a:xfrm>
              <a:off x="990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29" name="점 229"/>
            <p:cNvSpPr/>
            <p:nvPr userDrawn="1"/>
          </p:nvSpPr>
          <p:spPr>
            <a:xfrm>
              <a:off x="1015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0" name="점 230"/>
            <p:cNvSpPr/>
            <p:nvPr userDrawn="1"/>
          </p:nvSpPr>
          <p:spPr>
            <a:xfrm>
              <a:off x="10408000" y="5462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1" name="점 231"/>
            <p:cNvSpPr/>
            <p:nvPr userDrawn="1"/>
          </p:nvSpPr>
          <p:spPr>
            <a:xfrm>
              <a:off x="1066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2" name="점 232"/>
            <p:cNvSpPr/>
            <p:nvPr userDrawn="1"/>
          </p:nvSpPr>
          <p:spPr>
            <a:xfrm>
              <a:off x="10916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3" name="점 233"/>
            <p:cNvSpPr/>
            <p:nvPr userDrawn="1"/>
          </p:nvSpPr>
          <p:spPr>
            <a:xfrm>
              <a:off x="1117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4" name="점 234"/>
            <p:cNvSpPr/>
            <p:nvPr userDrawn="1"/>
          </p:nvSpPr>
          <p:spPr>
            <a:xfrm>
              <a:off x="1142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5" name="점 235"/>
            <p:cNvSpPr/>
            <p:nvPr userDrawn="1"/>
          </p:nvSpPr>
          <p:spPr>
            <a:xfrm>
              <a:off x="11678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6" name="점 236"/>
            <p:cNvSpPr/>
            <p:nvPr userDrawn="1"/>
          </p:nvSpPr>
          <p:spPr>
            <a:xfrm>
              <a:off x="1193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7" name="점 237"/>
            <p:cNvSpPr/>
            <p:nvPr userDrawn="1"/>
          </p:nvSpPr>
          <p:spPr>
            <a:xfrm>
              <a:off x="990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8" name="점 238"/>
            <p:cNvSpPr/>
            <p:nvPr userDrawn="1"/>
          </p:nvSpPr>
          <p:spPr>
            <a:xfrm>
              <a:off x="1015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39" name="점 239"/>
            <p:cNvSpPr/>
            <p:nvPr userDrawn="1"/>
          </p:nvSpPr>
          <p:spPr>
            <a:xfrm>
              <a:off x="1040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0" name="점 240"/>
            <p:cNvSpPr/>
            <p:nvPr userDrawn="1"/>
          </p:nvSpPr>
          <p:spPr>
            <a:xfrm>
              <a:off x="1066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1" name="점 241"/>
            <p:cNvSpPr/>
            <p:nvPr userDrawn="1"/>
          </p:nvSpPr>
          <p:spPr>
            <a:xfrm>
              <a:off x="10916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2" name="점 242"/>
            <p:cNvSpPr/>
            <p:nvPr userDrawn="1"/>
          </p:nvSpPr>
          <p:spPr>
            <a:xfrm>
              <a:off x="1117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3" name="점 243"/>
            <p:cNvSpPr/>
            <p:nvPr userDrawn="1"/>
          </p:nvSpPr>
          <p:spPr>
            <a:xfrm>
              <a:off x="1142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4" name="점 244"/>
            <p:cNvSpPr/>
            <p:nvPr userDrawn="1"/>
          </p:nvSpPr>
          <p:spPr>
            <a:xfrm>
              <a:off x="1167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5" name="점 245"/>
            <p:cNvSpPr/>
            <p:nvPr userDrawn="1"/>
          </p:nvSpPr>
          <p:spPr>
            <a:xfrm>
              <a:off x="1193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6" name="점 246"/>
            <p:cNvSpPr/>
            <p:nvPr userDrawn="1"/>
          </p:nvSpPr>
          <p:spPr>
            <a:xfrm>
              <a:off x="990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7" name="점 247"/>
            <p:cNvSpPr/>
            <p:nvPr userDrawn="1"/>
          </p:nvSpPr>
          <p:spPr>
            <a:xfrm>
              <a:off x="1015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8" name="점 248"/>
            <p:cNvSpPr/>
            <p:nvPr userDrawn="1"/>
          </p:nvSpPr>
          <p:spPr>
            <a:xfrm>
              <a:off x="10408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49" name="점 249"/>
            <p:cNvSpPr/>
            <p:nvPr userDrawn="1"/>
          </p:nvSpPr>
          <p:spPr>
            <a:xfrm>
              <a:off x="1066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0" name="점 250"/>
            <p:cNvSpPr/>
            <p:nvPr userDrawn="1"/>
          </p:nvSpPr>
          <p:spPr>
            <a:xfrm>
              <a:off x="10916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1" name="점 251"/>
            <p:cNvSpPr/>
            <p:nvPr userDrawn="1"/>
          </p:nvSpPr>
          <p:spPr>
            <a:xfrm>
              <a:off x="1117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2" name="점 252"/>
            <p:cNvSpPr/>
            <p:nvPr userDrawn="1"/>
          </p:nvSpPr>
          <p:spPr>
            <a:xfrm>
              <a:off x="1142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3" name="점 253"/>
            <p:cNvSpPr/>
            <p:nvPr userDrawn="1"/>
          </p:nvSpPr>
          <p:spPr>
            <a:xfrm>
              <a:off x="11678000" y="597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4" name="점 254"/>
            <p:cNvSpPr/>
            <p:nvPr userDrawn="1"/>
          </p:nvSpPr>
          <p:spPr>
            <a:xfrm>
              <a:off x="1193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5" name="점 255"/>
            <p:cNvSpPr/>
            <p:nvPr userDrawn="1"/>
          </p:nvSpPr>
          <p:spPr>
            <a:xfrm>
              <a:off x="990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6" name="점 256"/>
            <p:cNvSpPr/>
            <p:nvPr userDrawn="1"/>
          </p:nvSpPr>
          <p:spPr>
            <a:xfrm>
              <a:off x="1015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7" name="점 257"/>
            <p:cNvSpPr/>
            <p:nvPr userDrawn="1"/>
          </p:nvSpPr>
          <p:spPr>
            <a:xfrm>
              <a:off x="1040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8" name="점 258"/>
            <p:cNvSpPr/>
            <p:nvPr userDrawn="1"/>
          </p:nvSpPr>
          <p:spPr>
            <a:xfrm>
              <a:off x="1066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59" name="점 259"/>
            <p:cNvSpPr/>
            <p:nvPr userDrawn="1"/>
          </p:nvSpPr>
          <p:spPr>
            <a:xfrm>
              <a:off x="10916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0" name="점 260"/>
            <p:cNvSpPr/>
            <p:nvPr userDrawn="1"/>
          </p:nvSpPr>
          <p:spPr>
            <a:xfrm>
              <a:off x="1117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1" name="점 261"/>
            <p:cNvSpPr/>
            <p:nvPr userDrawn="1"/>
          </p:nvSpPr>
          <p:spPr>
            <a:xfrm>
              <a:off x="1142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2" name="점 262"/>
            <p:cNvSpPr/>
            <p:nvPr userDrawn="1"/>
          </p:nvSpPr>
          <p:spPr>
            <a:xfrm>
              <a:off x="1167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3" name="점 263"/>
            <p:cNvSpPr/>
            <p:nvPr userDrawn="1"/>
          </p:nvSpPr>
          <p:spPr>
            <a:xfrm>
              <a:off x="1193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4" name="점 264"/>
            <p:cNvSpPr/>
            <p:nvPr userDrawn="1"/>
          </p:nvSpPr>
          <p:spPr>
            <a:xfrm>
              <a:off x="990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5" name="점 265"/>
            <p:cNvSpPr/>
            <p:nvPr userDrawn="1"/>
          </p:nvSpPr>
          <p:spPr>
            <a:xfrm>
              <a:off x="1015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6" name="점 266"/>
            <p:cNvSpPr/>
            <p:nvPr userDrawn="1"/>
          </p:nvSpPr>
          <p:spPr>
            <a:xfrm>
              <a:off x="1040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7" name="점 267"/>
            <p:cNvSpPr/>
            <p:nvPr userDrawn="1"/>
          </p:nvSpPr>
          <p:spPr>
            <a:xfrm>
              <a:off x="1066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8" name="점 268"/>
            <p:cNvSpPr/>
            <p:nvPr userDrawn="1"/>
          </p:nvSpPr>
          <p:spPr>
            <a:xfrm>
              <a:off x="10916000" y="647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69" name="점 269"/>
            <p:cNvSpPr/>
            <p:nvPr userDrawn="1"/>
          </p:nvSpPr>
          <p:spPr>
            <a:xfrm>
              <a:off x="1117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0" name="점 270"/>
            <p:cNvSpPr/>
            <p:nvPr userDrawn="1"/>
          </p:nvSpPr>
          <p:spPr>
            <a:xfrm>
              <a:off x="1142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1" name="점 271"/>
            <p:cNvSpPr/>
            <p:nvPr userDrawn="1"/>
          </p:nvSpPr>
          <p:spPr>
            <a:xfrm>
              <a:off x="1167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2" name="점 272"/>
            <p:cNvSpPr/>
            <p:nvPr userDrawn="1"/>
          </p:nvSpPr>
          <p:spPr>
            <a:xfrm>
              <a:off x="1193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3" name="점 273"/>
            <p:cNvSpPr/>
            <p:nvPr userDrawn="1"/>
          </p:nvSpPr>
          <p:spPr>
            <a:xfrm>
              <a:off x="990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4" name="점 274"/>
            <p:cNvSpPr/>
            <p:nvPr userDrawn="1"/>
          </p:nvSpPr>
          <p:spPr>
            <a:xfrm>
              <a:off x="1015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5" name="점 275"/>
            <p:cNvSpPr/>
            <p:nvPr userDrawn="1"/>
          </p:nvSpPr>
          <p:spPr>
            <a:xfrm>
              <a:off x="1040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6" name="점 276"/>
            <p:cNvSpPr/>
            <p:nvPr userDrawn="1"/>
          </p:nvSpPr>
          <p:spPr>
            <a:xfrm>
              <a:off x="1066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7" name="점 277"/>
            <p:cNvSpPr/>
            <p:nvPr userDrawn="1"/>
          </p:nvSpPr>
          <p:spPr>
            <a:xfrm>
              <a:off x="10916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8" name="점 278"/>
            <p:cNvSpPr/>
            <p:nvPr userDrawn="1"/>
          </p:nvSpPr>
          <p:spPr>
            <a:xfrm>
              <a:off x="1117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79" name="점 279"/>
            <p:cNvSpPr/>
            <p:nvPr userDrawn="1"/>
          </p:nvSpPr>
          <p:spPr>
            <a:xfrm>
              <a:off x="1142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80" name="점 280"/>
            <p:cNvSpPr/>
            <p:nvPr userDrawn="1"/>
          </p:nvSpPr>
          <p:spPr>
            <a:xfrm>
              <a:off x="1167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281" name="점 281"/>
            <p:cNvSpPr/>
            <p:nvPr userDrawn="1"/>
          </p:nvSpPr>
          <p:spPr>
            <a:xfrm>
              <a:off x="1193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sp>
        <p:nvSpPr>
          <p:cNvPr id="85" name="히어로 강조 룰"/>
          <p:cNvSpPr/>
          <p:nvPr userDrawn="1"/>
        </p:nvSpPr>
        <p:spPr>
          <a:xfrm>
            <a:off x="1615440" y="290004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8400"/>
            <a:ext cx="9525000" cy="1371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40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9525000" cy="11430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15000"/>
              </a:lnSpc>
              <a:buNone/>
              <a:defRPr sz="2000">
                <a:solidFill>
                  <a:srgbClr val="8FB8C9"/>
                </a:solidFill>
              </a:defRPr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ADF637E-82D6-4563-BCF0-C9101F2B5148}" type="datetime1">
              <a:rPr lang="ko-KR" altLang="en-US" smtClean="0"/>
              <a:pPr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 anchor="b">
            <a:normAutofit/>
          </a:bodyPr>
          <a:lstStyle>
            <a:lvl1pPr algn="l">
              <a:defRPr sz="2800" b="0" spc="-3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8CD677-7AD2-4A27-94BD-C65458D22428}" type="datetime1">
              <a:rPr lang="ko-KR" altLang="en-US" smtClean="0"/>
              <a:pPr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grpSp>
        <p:nvGrpSpPr>
          <p:cNvPr id="300" name="격자 패턴"/>
          <p:cNvGrpSpPr/>
          <p:nvPr userDrawn="1"/>
        </p:nvGrpSpPr>
        <p:grpSpPr>
          <a:xfrm>
            <a:off x="10033800" y="4300000"/>
            <a:ext cx="2108200" cy="1854200"/>
            <a:chOff x="10033800" y="4300000"/>
            <a:chExt cx="2108200" cy="1854200"/>
          </a:xfrm>
        </p:grpSpPr>
        <p:sp>
          <p:nvSpPr>
            <p:cNvPr id="301" name="점 301"/>
            <p:cNvSpPr/>
            <p:nvPr userDrawn="1"/>
          </p:nvSpPr>
          <p:spPr>
            <a:xfrm>
              <a:off x="1003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2" name="점 302"/>
            <p:cNvSpPr/>
            <p:nvPr userDrawn="1"/>
          </p:nvSpPr>
          <p:spPr>
            <a:xfrm>
              <a:off x="1028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3" name="점 303"/>
            <p:cNvSpPr/>
            <p:nvPr userDrawn="1"/>
          </p:nvSpPr>
          <p:spPr>
            <a:xfrm>
              <a:off x="1054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4" name="점 304"/>
            <p:cNvSpPr/>
            <p:nvPr userDrawn="1"/>
          </p:nvSpPr>
          <p:spPr>
            <a:xfrm>
              <a:off x="1079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5" name="점 305"/>
            <p:cNvSpPr/>
            <p:nvPr userDrawn="1"/>
          </p:nvSpPr>
          <p:spPr>
            <a:xfrm>
              <a:off x="11049800" y="430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6" name="점 306"/>
            <p:cNvSpPr/>
            <p:nvPr userDrawn="1"/>
          </p:nvSpPr>
          <p:spPr>
            <a:xfrm>
              <a:off x="1130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7" name="점 307"/>
            <p:cNvSpPr/>
            <p:nvPr userDrawn="1"/>
          </p:nvSpPr>
          <p:spPr>
            <a:xfrm>
              <a:off x="1155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8" name="점 308"/>
            <p:cNvSpPr/>
            <p:nvPr userDrawn="1"/>
          </p:nvSpPr>
          <p:spPr>
            <a:xfrm>
              <a:off x="1181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09" name="점 309"/>
            <p:cNvSpPr/>
            <p:nvPr userDrawn="1"/>
          </p:nvSpPr>
          <p:spPr>
            <a:xfrm>
              <a:off x="1206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0" name="점 310"/>
            <p:cNvSpPr/>
            <p:nvPr userDrawn="1"/>
          </p:nvSpPr>
          <p:spPr>
            <a:xfrm>
              <a:off x="1003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1" name="점 311"/>
            <p:cNvSpPr/>
            <p:nvPr userDrawn="1"/>
          </p:nvSpPr>
          <p:spPr>
            <a:xfrm>
              <a:off x="1028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2" name="점 312"/>
            <p:cNvSpPr/>
            <p:nvPr userDrawn="1"/>
          </p:nvSpPr>
          <p:spPr>
            <a:xfrm>
              <a:off x="1054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3" name="점 313"/>
            <p:cNvSpPr/>
            <p:nvPr userDrawn="1"/>
          </p:nvSpPr>
          <p:spPr>
            <a:xfrm>
              <a:off x="1079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4" name="점 314"/>
            <p:cNvSpPr/>
            <p:nvPr userDrawn="1"/>
          </p:nvSpPr>
          <p:spPr>
            <a:xfrm>
              <a:off x="11049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5" name="점 315"/>
            <p:cNvSpPr/>
            <p:nvPr userDrawn="1"/>
          </p:nvSpPr>
          <p:spPr>
            <a:xfrm>
              <a:off x="1130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6" name="점 316"/>
            <p:cNvSpPr/>
            <p:nvPr userDrawn="1"/>
          </p:nvSpPr>
          <p:spPr>
            <a:xfrm>
              <a:off x="1155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7" name="점 317"/>
            <p:cNvSpPr/>
            <p:nvPr userDrawn="1"/>
          </p:nvSpPr>
          <p:spPr>
            <a:xfrm>
              <a:off x="1181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8" name="점 318"/>
            <p:cNvSpPr/>
            <p:nvPr userDrawn="1"/>
          </p:nvSpPr>
          <p:spPr>
            <a:xfrm>
              <a:off x="1206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19" name="점 319"/>
            <p:cNvSpPr/>
            <p:nvPr userDrawn="1"/>
          </p:nvSpPr>
          <p:spPr>
            <a:xfrm>
              <a:off x="1003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0" name="점 320"/>
            <p:cNvSpPr/>
            <p:nvPr userDrawn="1"/>
          </p:nvSpPr>
          <p:spPr>
            <a:xfrm>
              <a:off x="10287800" y="480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1" name="점 321"/>
            <p:cNvSpPr/>
            <p:nvPr userDrawn="1"/>
          </p:nvSpPr>
          <p:spPr>
            <a:xfrm>
              <a:off x="1054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2" name="점 322"/>
            <p:cNvSpPr/>
            <p:nvPr userDrawn="1"/>
          </p:nvSpPr>
          <p:spPr>
            <a:xfrm>
              <a:off x="1079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3" name="점 323"/>
            <p:cNvSpPr/>
            <p:nvPr userDrawn="1"/>
          </p:nvSpPr>
          <p:spPr>
            <a:xfrm>
              <a:off x="11049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4" name="점 324"/>
            <p:cNvSpPr/>
            <p:nvPr userDrawn="1"/>
          </p:nvSpPr>
          <p:spPr>
            <a:xfrm>
              <a:off x="1130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5" name="점 325"/>
            <p:cNvSpPr/>
            <p:nvPr userDrawn="1"/>
          </p:nvSpPr>
          <p:spPr>
            <a:xfrm>
              <a:off x="11557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6" name="점 326"/>
            <p:cNvSpPr/>
            <p:nvPr userDrawn="1"/>
          </p:nvSpPr>
          <p:spPr>
            <a:xfrm>
              <a:off x="1181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7" name="점 327"/>
            <p:cNvSpPr/>
            <p:nvPr userDrawn="1"/>
          </p:nvSpPr>
          <p:spPr>
            <a:xfrm>
              <a:off x="1206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8" name="점 328"/>
            <p:cNvSpPr/>
            <p:nvPr userDrawn="1"/>
          </p:nvSpPr>
          <p:spPr>
            <a:xfrm>
              <a:off x="1003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29" name="점 329"/>
            <p:cNvSpPr/>
            <p:nvPr userDrawn="1"/>
          </p:nvSpPr>
          <p:spPr>
            <a:xfrm>
              <a:off x="1028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0" name="점 330"/>
            <p:cNvSpPr/>
            <p:nvPr userDrawn="1"/>
          </p:nvSpPr>
          <p:spPr>
            <a:xfrm>
              <a:off x="1054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1" name="점 331"/>
            <p:cNvSpPr/>
            <p:nvPr userDrawn="1"/>
          </p:nvSpPr>
          <p:spPr>
            <a:xfrm>
              <a:off x="1079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2" name="점 332"/>
            <p:cNvSpPr/>
            <p:nvPr userDrawn="1"/>
          </p:nvSpPr>
          <p:spPr>
            <a:xfrm>
              <a:off x="11049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3" name="점 333"/>
            <p:cNvSpPr/>
            <p:nvPr userDrawn="1"/>
          </p:nvSpPr>
          <p:spPr>
            <a:xfrm>
              <a:off x="1130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4" name="점 334"/>
            <p:cNvSpPr/>
            <p:nvPr userDrawn="1"/>
          </p:nvSpPr>
          <p:spPr>
            <a:xfrm>
              <a:off x="1155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5" name="점 335"/>
            <p:cNvSpPr/>
            <p:nvPr userDrawn="1"/>
          </p:nvSpPr>
          <p:spPr>
            <a:xfrm>
              <a:off x="1181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6" name="점 336"/>
            <p:cNvSpPr/>
            <p:nvPr userDrawn="1"/>
          </p:nvSpPr>
          <p:spPr>
            <a:xfrm>
              <a:off x="1206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7" name="점 337"/>
            <p:cNvSpPr/>
            <p:nvPr userDrawn="1"/>
          </p:nvSpPr>
          <p:spPr>
            <a:xfrm>
              <a:off x="1003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8" name="점 338"/>
            <p:cNvSpPr/>
            <p:nvPr userDrawn="1"/>
          </p:nvSpPr>
          <p:spPr>
            <a:xfrm>
              <a:off x="10287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39" name="점 339"/>
            <p:cNvSpPr/>
            <p:nvPr userDrawn="1"/>
          </p:nvSpPr>
          <p:spPr>
            <a:xfrm>
              <a:off x="1054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0" name="점 340"/>
            <p:cNvSpPr/>
            <p:nvPr userDrawn="1"/>
          </p:nvSpPr>
          <p:spPr>
            <a:xfrm>
              <a:off x="1079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1" name="점 341"/>
            <p:cNvSpPr/>
            <p:nvPr userDrawn="1"/>
          </p:nvSpPr>
          <p:spPr>
            <a:xfrm>
              <a:off x="11049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2" name="점 342"/>
            <p:cNvSpPr/>
            <p:nvPr userDrawn="1"/>
          </p:nvSpPr>
          <p:spPr>
            <a:xfrm>
              <a:off x="1130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3" name="점 343"/>
            <p:cNvSpPr/>
            <p:nvPr userDrawn="1"/>
          </p:nvSpPr>
          <p:spPr>
            <a:xfrm>
              <a:off x="11557800" y="5316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4" name="점 344"/>
            <p:cNvSpPr/>
            <p:nvPr userDrawn="1"/>
          </p:nvSpPr>
          <p:spPr>
            <a:xfrm>
              <a:off x="1181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5" name="점 345"/>
            <p:cNvSpPr/>
            <p:nvPr userDrawn="1"/>
          </p:nvSpPr>
          <p:spPr>
            <a:xfrm>
              <a:off x="1206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6" name="점 346"/>
            <p:cNvSpPr/>
            <p:nvPr userDrawn="1"/>
          </p:nvSpPr>
          <p:spPr>
            <a:xfrm>
              <a:off x="1003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7" name="점 347"/>
            <p:cNvSpPr/>
            <p:nvPr userDrawn="1"/>
          </p:nvSpPr>
          <p:spPr>
            <a:xfrm>
              <a:off x="1028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8" name="점 348"/>
            <p:cNvSpPr/>
            <p:nvPr userDrawn="1"/>
          </p:nvSpPr>
          <p:spPr>
            <a:xfrm>
              <a:off x="1054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49" name="점 349"/>
            <p:cNvSpPr/>
            <p:nvPr userDrawn="1"/>
          </p:nvSpPr>
          <p:spPr>
            <a:xfrm>
              <a:off x="1079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0" name="점 350"/>
            <p:cNvSpPr/>
            <p:nvPr userDrawn="1"/>
          </p:nvSpPr>
          <p:spPr>
            <a:xfrm>
              <a:off x="11049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1" name="점 351"/>
            <p:cNvSpPr/>
            <p:nvPr userDrawn="1"/>
          </p:nvSpPr>
          <p:spPr>
            <a:xfrm>
              <a:off x="1130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2" name="점 352"/>
            <p:cNvSpPr/>
            <p:nvPr userDrawn="1"/>
          </p:nvSpPr>
          <p:spPr>
            <a:xfrm>
              <a:off x="1155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3" name="점 353"/>
            <p:cNvSpPr/>
            <p:nvPr userDrawn="1"/>
          </p:nvSpPr>
          <p:spPr>
            <a:xfrm>
              <a:off x="1181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4" name="점 354"/>
            <p:cNvSpPr/>
            <p:nvPr userDrawn="1"/>
          </p:nvSpPr>
          <p:spPr>
            <a:xfrm>
              <a:off x="1206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5" name="점 355"/>
            <p:cNvSpPr/>
            <p:nvPr userDrawn="1"/>
          </p:nvSpPr>
          <p:spPr>
            <a:xfrm>
              <a:off x="1003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6" name="점 356"/>
            <p:cNvSpPr/>
            <p:nvPr userDrawn="1"/>
          </p:nvSpPr>
          <p:spPr>
            <a:xfrm>
              <a:off x="1028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7" name="점 357"/>
            <p:cNvSpPr/>
            <p:nvPr userDrawn="1"/>
          </p:nvSpPr>
          <p:spPr>
            <a:xfrm>
              <a:off x="1054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8" name="점 358"/>
            <p:cNvSpPr/>
            <p:nvPr userDrawn="1"/>
          </p:nvSpPr>
          <p:spPr>
            <a:xfrm>
              <a:off x="1079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59" name="점 359"/>
            <p:cNvSpPr/>
            <p:nvPr userDrawn="1"/>
          </p:nvSpPr>
          <p:spPr>
            <a:xfrm>
              <a:off x="11049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0" name="점 360"/>
            <p:cNvSpPr/>
            <p:nvPr userDrawn="1"/>
          </p:nvSpPr>
          <p:spPr>
            <a:xfrm>
              <a:off x="1130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1" name="점 361"/>
            <p:cNvSpPr/>
            <p:nvPr userDrawn="1"/>
          </p:nvSpPr>
          <p:spPr>
            <a:xfrm>
              <a:off x="1155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2" name="점 362"/>
            <p:cNvSpPr/>
            <p:nvPr userDrawn="1"/>
          </p:nvSpPr>
          <p:spPr>
            <a:xfrm>
              <a:off x="1181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3" name="점 363"/>
            <p:cNvSpPr/>
            <p:nvPr userDrawn="1"/>
          </p:nvSpPr>
          <p:spPr>
            <a:xfrm>
              <a:off x="1206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4" name="점 364"/>
            <p:cNvSpPr/>
            <p:nvPr userDrawn="1"/>
          </p:nvSpPr>
          <p:spPr>
            <a:xfrm>
              <a:off x="1003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5" name="점 365"/>
            <p:cNvSpPr/>
            <p:nvPr userDrawn="1"/>
          </p:nvSpPr>
          <p:spPr>
            <a:xfrm>
              <a:off x="1028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6" name="점 366"/>
            <p:cNvSpPr/>
            <p:nvPr userDrawn="1"/>
          </p:nvSpPr>
          <p:spPr>
            <a:xfrm>
              <a:off x="1054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7" name="점 367"/>
            <p:cNvSpPr/>
            <p:nvPr userDrawn="1"/>
          </p:nvSpPr>
          <p:spPr>
            <a:xfrm>
              <a:off x="1079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8" name="점 368"/>
            <p:cNvSpPr/>
            <p:nvPr userDrawn="1"/>
          </p:nvSpPr>
          <p:spPr>
            <a:xfrm>
              <a:off x="11049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69" name="점 369"/>
            <p:cNvSpPr/>
            <p:nvPr userDrawn="1"/>
          </p:nvSpPr>
          <p:spPr>
            <a:xfrm>
              <a:off x="1130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70" name="점 370"/>
            <p:cNvSpPr/>
            <p:nvPr userDrawn="1"/>
          </p:nvSpPr>
          <p:spPr>
            <a:xfrm>
              <a:off x="1155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71" name="점 371"/>
            <p:cNvSpPr/>
            <p:nvPr userDrawn="1"/>
          </p:nvSpPr>
          <p:spPr>
            <a:xfrm>
              <a:off x="1181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372" name="점 372"/>
            <p:cNvSpPr/>
            <p:nvPr userDrawn="1"/>
          </p:nvSpPr>
          <p:spPr>
            <a:xfrm>
              <a:off x="1206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sp>
        <p:nvSpPr>
          <p:cNvPr id="85" name="구역 강조 룰"/>
          <p:cNvSpPr/>
          <p:nvPr userDrawn="1"/>
        </p:nvSpPr>
        <p:spPr>
          <a:xfrm>
            <a:off x="929640" y="297180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0"/>
            <a:ext cx="10515600" cy="800100"/>
          </a:xfrm>
        </p:spPr>
        <p:txBody>
          <a:bodyPr anchor="b"/>
          <a:lstStyle>
            <a:lvl1pPr algn="l">
              <a:defRPr sz="44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62400"/>
            <a:ext cx="10515600" cy="1143000"/>
          </a:xfrm>
        </p:spPr>
        <p:txBody>
          <a:bodyPr/>
          <a:lstStyle>
            <a:lvl1pPr marL="0" indent="0">
              <a:buNone/>
              <a:defRPr sz="2400">
                <a:solidFill>
                  <a:srgbClr val="8FB8C9"/>
                </a:solidFill>
              </a:defRPr>
            </a:lvl1pPr>
            <a:lvl2pPr marL="457200" indent="0">
              <a:buNone/>
              <a:defRPr sz="2000">
                <a:solidFill>
                  <a:srgbClr val="8FB8C9"/>
                </a:solidFill>
              </a:defRPr>
            </a:lvl2pPr>
            <a:lvl3pPr marL="914400" indent="0">
              <a:buNone/>
              <a:defRPr sz="1800">
                <a:solidFill>
                  <a:srgbClr val="8FB8C9"/>
                </a:solidFill>
              </a:defRPr>
            </a:lvl3pPr>
            <a:lvl4pPr marL="1371600" indent="0">
              <a:buNone/>
              <a:defRPr sz="1600">
                <a:solidFill>
                  <a:srgbClr val="8FB8C9"/>
                </a:solidFill>
              </a:defRPr>
            </a:lvl4pPr>
            <a:lvl5pPr marL="1828800" indent="0">
              <a:buNone/>
              <a:defRPr sz="1600">
                <a:solidFill>
                  <a:srgbClr val="8FB8C9"/>
                </a:solidFill>
              </a:defRPr>
            </a:lvl5pPr>
            <a:lvl6pPr marL="2286000" indent="0">
              <a:buNone/>
              <a:defRPr sz="1600">
                <a:solidFill>
                  <a:srgbClr val="8FB8C9"/>
                </a:solidFill>
              </a:defRPr>
            </a:lvl6pPr>
            <a:lvl7pPr marL="2743200" indent="0">
              <a:buNone/>
              <a:defRPr sz="1600">
                <a:solidFill>
                  <a:srgbClr val="8FB8C9"/>
                </a:solidFill>
              </a:defRPr>
            </a:lvl7pPr>
            <a:lvl8pPr marL="3200400" indent="0">
              <a:buNone/>
              <a:defRPr sz="1600">
                <a:solidFill>
                  <a:srgbClr val="8FB8C9"/>
                </a:solidFill>
              </a:defRPr>
            </a:lvl8pPr>
            <a:lvl9pPr marL="3657600" indent="0">
              <a:buNone/>
              <a:defRPr sz="1600">
                <a:solidFill>
                  <a:srgbClr val="8FB8C9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BEF52EC-B397-4D0A-AE91-E0D6840C85A1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헤어라인"/>
          <p:cNvSpPr/>
          <p:nvPr userDrawn="1"/>
        </p:nvSpPr>
        <p:spPr>
          <a:xfrm>
            <a:off x="929640" y="944880"/>
            <a:ext cx="10332720" cy="0"/>
          </a:xfrm>
          <a:prstGeom prst="line">
            <a:avLst/>
          </a:prstGeom>
          <a:noFill/>
          <a:ln w="9525" cap="flat">
            <a:solidFill>
              <a:srgbClr val="E4EA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1" name="제목 강조 룰"/>
          <p:cNvSpPr/>
          <p:nvPr userDrawn="1"/>
        </p:nvSpPr>
        <p:spPr>
          <a:xfrm>
            <a:off x="929640" y="944880"/>
            <a:ext cx="685800" cy="0"/>
          </a:xfrm>
          <a:prstGeom prst="line">
            <a:avLst/>
          </a:prstGeom>
          <a:noFill/>
          <a:ln w="28575" cap="flat">
            <a:solidFill>
              <a:srgbClr val="2EC4D9"/>
            </a:solidFill>
          </a:ln>
        </p:spPr>
        <p:txBody>
          <a:bodyPr/>
          <a:lstStyle/>
          <a:p>
            <a:endParaRPr lang="ko-KR"/>
          </a:p>
        </p:txBody>
      </p:sp>
      <p:grpSp>
        <p:nvGrpSpPr>
          <p:cNvPr id="100" name="격자 패턴"/>
          <p:cNvGrpSpPr/>
          <p:nvPr userDrawn="1"/>
        </p:nvGrpSpPr>
        <p:grpSpPr>
          <a:xfrm>
            <a:off x="11029950" y="6076950"/>
            <a:ext cx="1009650" cy="628650"/>
            <a:chOff x="11029950" y="6076950"/>
            <a:chExt cx="1009650" cy="628650"/>
          </a:xfrm>
        </p:grpSpPr>
        <p:sp>
          <p:nvSpPr>
            <p:cNvPr id="101" name="점 101"/>
            <p:cNvSpPr/>
            <p:nvPr userDrawn="1"/>
          </p:nvSpPr>
          <p:spPr>
            <a:xfrm>
              <a:off x="11029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2" name="점 102"/>
            <p:cNvSpPr/>
            <p:nvPr userDrawn="1"/>
          </p:nvSpPr>
          <p:spPr>
            <a:xfrm>
              <a:off x="11220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3" name="점 103"/>
            <p:cNvSpPr/>
            <p:nvPr userDrawn="1"/>
          </p:nvSpPr>
          <p:spPr>
            <a:xfrm>
              <a:off x="11410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4" name="점 104"/>
            <p:cNvSpPr/>
            <p:nvPr userDrawn="1"/>
          </p:nvSpPr>
          <p:spPr>
            <a:xfrm>
              <a:off x="11601450" y="60769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5" name="점 105"/>
            <p:cNvSpPr/>
            <p:nvPr userDrawn="1"/>
          </p:nvSpPr>
          <p:spPr>
            <a:xfrm>
              <a:off x="11791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6" name="점 106"/>
            <p:cNvSpPr/>
            <p:nvPr userDrawn="1"/>
          </p:nvSpPr>
          <p:spPr>
            <a:xfrm>
              <a:off x="11982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7" name="점 107"/>
            <p:cNvSpPr/>
            <p:nvPr userDrawn="1"/>
          </p:nvSpPr>
          <p:spPr>
            <a:xfrm>
              <a:off x="11029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8" name="점 108"/>
            <p:cNvSpPr/>
            <p:nvPr userDrawn="1"/>
          </p:nvSpPr>
          <p:spPr>
            <a:xfrm>
              <a:off x="11220450" y="6267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09" name="점 109"/>
            <p:cNvSpPr/>
            <p:nvPr userDrawn="1"/>
          </p:nvSpPr>
          <p:spPr>
            <a:xfrm>
              <a:off x="11410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0" name="점 110"/>
            <p:cNvSpPr/>
            <p:nvPr userDrawn="1"/>
          </p:nvSpPr>
          <p:spPr>
            <a:xfrm>
              <a:off x="11601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1" name="점 111"/>
            <p:cNvSpPr/>
            <p:nvPr userDrawn="1"/>
          </p:nvSpPr>
          <p:spPr>
            <a:xfrm>
              <a:off x="11791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2" name="점 112"/>
            <p:cNvSpPr/>
            <p:nvPr userDrawn="1"/>
          </p:nvSpPr>
          <p:spPr>
            <a:xfrm>
              <a:off x="11982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3" name="점 113"/>
            <p:cNvSpPr/>
            <p:nvPr userDrawn="1"/>
          </p:nvSpPr>
          <p:spPr>
            <a:xfrm>
              <a:off x="11029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4" name="점 114"/>
            <p:cNvSpPr/>
            <p:nvPr userDrawn="1"/>
          </p:nvSpPr>
          <p:spPr>
            <a:xfrm>
              <a:off x="11220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5" name="점 115"/>
            <p:cNvSpPr/>
            <p:nvPr userDrawn="1"/>
          </p:nvSpPr>
          <p:spPr>
            <a:xfrm>
              <a:off x="11410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6" name="점 116"/>
            <p:cNvSpPr/>
            <p:nvPr userDrawn="1"/>
          </p:nvSpPr>
          <p:spPr>
            <a:xfrm>
              <a:off x="11601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7" name="점 117"/>
            <p:cNvSpPr/>
            <p:nvPr userDrawn="1"/>
          </p:nvSpPr>
          <p:spPr>
            <a:xfrm>
              <a:off x="11791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8" name="점 118"/>
            <p:cNvSpPr/>
            <p:nvPr userDrawn="1"/>
          </p:nvSpPr>
          <p:spPr>
            <a:xfrm>
              <a:off x="11982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19" name="점 119"/>
            <p:cNvSpPr/>
            <p:nvPr userDrawn="1"/>
          </p:nvSpPr>
          <p:spPr>
            <a:xfrm>
              <a:off x="11029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0" name="점 120"/>
            <p:cNvSpPr/>
            <p:nvPr userDrawn="1"/>
          </p:nvSpPr>
          <p:spPr>
            <a:xfrm>
              <a:off x="11220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1" name="점 121"/>
            <p:cNvSpPr/>
            <p:nvPr userDrawn="1"/>
          </p:nvSpPr>
          <p:spPr>
            <a:xfrm>
              <a:off x="11410950" y="6648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2" name="점 122"/>
            <p:cNvSpPr/>
            <p:nvPr userDrawn="1"/>
          </p:nvSpPr>
          <p:spPr>
            <a:xfrm>
              <a:off x="11601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3" name="점 123"/>
            <p:cNvSpPr/>
            <p:nvPr userDrawn="1"/>
          </p:nvSpPr>
          <p:spPr>
            <a:xfrm>
              <a:off x="11791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  <p:sp>
          <p:nvSpPr>
            <p:cNvPr id="124" name="점 124"/>
            <p:cNvSpPr/>
            <p:nvPr userDrawn="1"/>
          </p:nvSpPr>
          <p:spPr>
            <a:xfrm>
              <a:off x="11982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/>
            </a:p>
          </p:txBody>
        </p:sp>
      </p:grp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3000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75D61A29-800E-482A-B0FD-5A04401ECD92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000" y="633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0000"/>
            <a:ext cx="228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0" kern="1200" spc="-30">
          <a:solidFill>
            <a:srgbClr val="0F254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Clr>
          <a:srgbClr val="2EC4D9"/>
        </a:buClr>
        <a:buSzPct val="80000"/>
        <a:buFont typeface="Arial" panose="020B0604020202020204" pitchFamily="34" charset="0"/>
        <a:buChar char="●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10000"/>
        <a:buFont typeface="Arial" panose="020B0604020202020204" pitchFamily="34" charset="0"/>
        <a:buChar char="○"/>
        <a:defRPr sz="2400" kern="1200">
          <a:solidFill>
            <a:schemeClr val="tx1">
              <a:alpha val="8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8FB8C9"/>
        </a:buClr>
        <a:buSzPct val="80000"/>
        <a:buFont typeface="Arial" panose="020B0604020202020204" pitchFamily="34" charset="0"/>
        <a:buChar char="•"/>
        <a:defRPr sz="20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테마">
  <a:themeElements>
    <a:clrScheme name="PQC Navy">
      <a:dk1>
        <a:srgbClr val="000000"/>
      </a:dk1>
      <a:lt1>
        <a:srgbClr val="FFFFFF"/>
      </a:lt1>
      <a:dk2>
        <a:srgbClr val="0A1B2E"/>
      </a:dk2>
      <a:lt2>
        <a:srgbClr val="EEF3F7"/>
      </a:lt2>
      <a:accent1>
        <a:srgbClr val="2EC4D9"/>
      </a:accent1>
      <a:accent2>
        <a:srgbClr val="1B4B7A"/>
      </a:accent2>
      <a:accent3>
        <a:srgbClr val="5A7A96"/>
      </a:accent3>
      <a:accent4>
        <a:srgbClr val="F2A65A"/>
      </a:accent4>
      <a:accent5>
        <a:srgbClr val="8FB8C9"/>
      </a:accent5>
      <a:accent6>
        <a:srgbClr val="3F8F7A"/>
      </a:accent6>
      <a:hlink>
        <a:srgbClr val="1B7FA8"/>
      </a:hlink>
      <a:folHlink>
        <a:srgbClr val="5A7A96"/>
      </a:folHlink>
    </a:clrScheme>
    <a:fontScheme name="PQC">
      <a:majorFont>
        <a:latin typeface="맑은 고딕" panose="020B05030200000200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B05030200000200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3314</TotalTime>
  <Words>595</Words>
  <Application>Microsoft Office PowerPoint</Application>
  <PresentationFormat>와이드스크린</PresentationFormat>
  <Paragraphs>147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Post-Quantum Cryptography</vt:lpstr>
      <vt:lpstr>Plan</vt:lpstr>
      <vt:lpstr>전체 커리귤럼 구성</vt:lpstr>
      <vt:lpstr>일정 구성 원칙</vt:lpstr>
      <vt:lpstr>학습 일정표</vt:lpstr>
      <vt:lpstr>Introduction</vt:lpstr>
      <vt:lpstr>PQC 배경</vt:lpstr>
      <vt:lpstr>Kyber / Dilithium의 안전성 근거</vt:lpstr>
      <vt:lpstr>Lattice-Based Cryptography의 목적</vt:lpstr>
      <vt:lpstr>Lattice-Based Cryptography의 흐름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704</cp:revision>
  <dcterms:created xsi:type="dcterms:W3CDTF">2026-03-17T05:07:50Z</dcterms:created>
  <dcterms:modified xsi:type="dcterms:W3CDTF">2026-07-29T06:56:11Z</dcterms:modified>
</cp:coreProperties>
</file>